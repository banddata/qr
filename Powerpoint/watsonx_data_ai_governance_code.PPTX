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961" r:id="rId1"/>
  </p:sldMasterIdLst>
  <p:notesMasterIdLst>
    <p:notesMasterId r:id="rId7"/>
  </p:notesMasterIdLst>
  <p:handoutMasterIdLst>
    <p:handoutMasterId r:id="rId8"/>
  </p:handoutMasterIdLst>
  <p:sldIdLst>
    <p:sldId id="2147473316" r:id="rId2"/>
    <p:sldId id="2147473315" r:id="rId3"/>
    <p:sldId id="2147473314" r:id="rId4"/>
    <p:sldId id="2147473313" r:id="rId5"/>
    <p:sldId id="2147473312" r:id="rId6"/>
  </p:sldIdLst>
  <p:sldSz cx="24387175" cy="13716000"/>
  <p:notesSz cx="6858000" cy="9144000"/>
  <p:defaultTextStyle>
    <a:defPPr>
      <a:defRPr lang="en-US"/>
    </a:defPPr>
    <a:lvl1pPr marL="0" algn="l" defTabSz="1829379" rtl="0" eaLnBrk="1" latinLnBrk="0" hangingPunct="1">
      <a:defRPr sz="3600" kern="1200">
        <a:solidFill>
          <a:schemeClr val="tx1"/>
        </a:solidFill>
        <a:latin typeface="+mn-lt"/>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97A9925-6C8C-7B27-C870-D3991C12F4BD}" name="Holly Vatter" initials="HV" userId="S::Holly.Vatter@ibm.com::9b9a9f6a-e6de-413c-9451-0634a9b73a97" providerId="AD"/>
  <p188:author id="{5F99B13C-31AA-1AE2-0E9C-049A08E204E7}" name="Carlo A Appugliese" initials="CAA" userId="S::carlo.appugliese@us.ibm.com::9e7698d8-afe4-40b1-b6a7-003e51973ba4" providerId="AD"/>
  <p188:author id="{8443ED59-20C7-4FDF-8DCA-8A14D1AA1C8C}" name="Microsoft Office User" initials="MOU" userId="Microsoft Office User"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Zachary Anderson" initials="ZA" lastIdx="26" clrIdx="0">
    <p:extLst>
      <p:ext uri="{19B8F6BF-5375-455C-9EA6-DF929625EA0E}">
        <p15:presenceInfo xmlns:p15="http://schemas.microsoft.com/office/powerpoint/2012/main" userId="S::zanderson@vsapartners.com::b6da4b55-2f36-4779-ba8b-606d779a32e3" providerId="AD"/>
      </p:ext>
    </p:extLst>
  </p:cmAuthor>
  <p:cmAuthor id="2" name="Liz Sadler" initials="LS" lastIdx="36" clrIdx="1">
    <p:extLst>
      <p:ext uri="{19B8F6BF-5375-455C-9EA6-DF929625EA0E}">
        <p15:presenceInfo xmlns:p15="http://schemas.microsoft.com/office/powerpoint/2012/main" userId="Liz Sadl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2CFFF"/>
    <a:srgbClr val="C7F6D3"/>
    <a:srgbClr val="A7F0BA"/>
    <a:srgbClr val="FDDC69"/>
    <a:srgbClr val="6FDC8C"/>
    <a:srgbClr val="0064FF"/>
    <a:srgbClr val="F7F3F2"/>
    <a:srgbClr val="F3F3F3"/>
    <a:srgbClr val="F0F0F0"/>
    <a:srgbClr val="FCF4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644644-B046-47C0-AE06-7B238153F927}" v="3" dt="2023-05-04T22:40:57.056"/>
    <p1510:client id="{05EBDBDF-D0D5-4140-B173-BB271566AEEB}" v="16" dt="2023-05-03T16:56:25.654"/>
    <p1510:client id="{10596697-B8A5-4EB0-89C8-E6944067F571}" v="4" dt="2023-05-05T15:18:32.492"/>
    <p1510:client id="{14DC813F-5559-4036-9C8E-C2805C354FDF}" v="46" dt="2023-05-04T20:46:35.457"/>
    <p1510:client id="{191F1588-F54F-4106-A4D3-617D680647B1}" v="87" dt="2023-05-05T00:04:14.231"/>
    <p1510:client id="{1B832AA7-6CF5-4C66-85AE-1BC007F23024}" v="15" dt="2023-05-04T22:43:15.261"/>
    <p1510:client id="{2228742D-2371-4CE5-A553-EECCB0D19BAD}" v="2" dt="2023-04-30T14:38:32.468"/>
    <p1510:client id="{30E4A4F6-55F4-48A7-ABEF-500B8CD2566C}" v="1" dt="2023-04-29T08:59:28.893"/>
    <p1510:client id="{31BAA200-9BC1-4F86-AE0C-7CCDCB71C31B}" v="3" dt="2023-05-04T23:05:51.767"/>
    <p1510:client id="{3391F6C8-BB2D-43D1-BA2B-829059D4EE0D}" v="32" dt="2023-05-04T20:52:48.816"/>
    <p1510:client id="{435B5214-0C81-4CBC-AA5C-AB1C78BDDB62}" v="57" dt="2023-01-17T17:15:20.719"/>
    <p1510:client id="{4CB59137-C5A0-4A07-ACA5-FC789B84C83D}" v="50" dt="2023-05-03T16:07:56.240"/>
    <p1510:client id="{55900A11-4F43-49D8-88BB-A04C3D39765A}" v="22" dt="2023-05-03T16:02:38.133"/>
    <p1510:client id="{5825D234-3E24-47E5-A1B1-27014D75C55A}" v="20" dt="2023-05-03T17:12:37.880"/>
    <p1510:client id="{597F02C0-493C-4509-B085-C268BE744D28}" v="27" dt="2023-05-04T21:08:39.379"/>
    <p1510:client id="{65244454-3169-4ADB-8809-3014B1C8F3C7}" v="11" dt="2023-05-04T23:04:16.261"/>
    <p1510:client id="{72C18FB7-B4A3-40DB-979C-B727D3BEF114}" v="9" dt="2023-05-04T23:01:55.363"/>
    <p1510:client id="{7BABC02C-D4C2-4E7B-BCBD-697F265BC7CC}" v="10" dt="2023-05-04T23:22:50.407"/>
    <p1510:client id="{80F3343C-313C-4D20-8A9C-B65DC8695A74}" v="4" dt="2023-05-02T20:32:37.499"/>
    <p1510:client id="{85D00329-257D-43C6-96F3-39FF92398C5A}" v="21" dt="2023-05-05T00:01:33.872"/>
    <p1510:client id="{8B19A363-8736-4118-A496-4B2443F3422C}" v="271" dt="2023-05-05T00:30:45.158"/>
    <p1510:client id="{9501C813-CEE3-4E3D-A27C-838856C3353D}" v="2" dt="2023-05-04T15:07:03.784"/>
    <p1510:client id="{975B0F64-40F0-49D0-938C-16AFD69299AD}" v="35" dt="2023-05-04T22:51:48.271"/>
    <p1510:client id="{9BED7F80-81A8-4B04-A449-5B0F2F12E8C8}" v="5" dt="2023-05-04T20:48:49.009"/>
    <p1510:client id="{A163746A-8813-4CEE-8E77-9CE5A4A236AE}" v="418" dt="2023-05-03T16:04:31.659"/>
    <p1510:client id="{C4A6BDAC-ACCA-4EBC-A670-3066E16CDF2D}" v="12" dt="2023-01-17T21:10:15.965"/>
    <p1510:client id="{C979DBBA-9843-4149-9C65-584A000F2B87}" v="353" dt="2023-05-03T16:51:53.703"/>
    <p1510:client id="{CD8F04D0-7842-492C-9524-97A2D055E9B7}" v="1788" dt="2023-05-03T16:43:27.662"/>
    <p1510:client id="{D8CE5F37-F909-48D8-8DBC-ECCCB3910349}" v="52" dt="2023-05-02T20:08:21.873"/>
    <p1510:client id="{DD913C39-8C2C-477C-BFA5-D0CDE170AAB7}" v="11" dt="2023-05-04T20:55:13.966"/>
    <p1510:client id="{DE5F1A2A-B079-48A2-8BDB-1926DF6A88E7}" v="703" dt="2023-05-04T23:10:07.716"/>
    <p1510:client id="{E75F7F94-CBF8-4565-887A-1EB8E6D619D5}" v="4" dt="2023-05-05T00:03:00.636"/>
    <p1510:client id="{EC36BD45-447D-488C-A7A8-7EAF70E1CF4F}" v="86" dt="2023-05-03T16:05:41.598"/>
    <p1510:client id="{F169102F-55C9-418C-86C8-116EE92659C8}" v="2" dt="2023-05-04T15:06:31.229"/>
    <p1510:client id="{F9ABECF8-7D6F-4611-8BCA-0A7F02BA3FC3}" v="5" dt="2023-05-04T23:38:27.9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296"/>
    <p:restoredTop sz="95617"/>
  </p:normalViewPr>
  <p:slideViewPr>
    <p:cSldViewPr snapToGrid="0" snapToObjects="1">
      <p:cViewPr>
        <p:scale>
          <a:sx n="60" d="100"/>
          <a:sy n="60" d="100"/>
        </p:scale>
        <p:origin x="336" y="8"/>
      </p:cViewPr>
      <p:guideLst/>
    </p:cSldViewPr>
  </p:slideViewPr>
  <p:outlineViewPr>
    <p:cViewPr>
      <p:scale>
        <a:sx n="33" d="100"/>
        <a:sy n="33" d="100"/>
      </p:scale>
      <p:origin x="0" y="-59992"/>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88" d="100"/>
          <a:sy n="88" d="100"/>
        </p:scale>
        <p:origin x="3872" y="17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slide" Target="slides/slide1.xml"/><Relationship Id="rId16"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commentAuthors" Target="commentAuthors.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nny Tecl" userId="PZtEs87UVmh0wFUmr4dqtmRXTe/z8J/rD9QEAgQsd9A=" providerId="None" clId="Web-{DD913C39-8C2C-477C-BFA5-D0CDE170AAB7}"/>
    <pc:docChg chg="delSld modSld">
      <pc:chgData name="Jenny Tecl" userId="PZtEs87UVmh0wFUmr4dqtmRXTe/z8J/rD9QEAgQsd9A=" providerId="None" clId="Web-{DD913C39-8C2C-477C-BFA5-D0CDE170AAB7}" dt="2023-05-04T20:55:13.966" v="10" actId="20577"/>
      <pc:docMkLst>
        <pc:docMk/>
      </pc:docMkLst>
      <pc:sldChg chg="modSp">
        <pc:chgData name="Jenny Tecl" userId="PZtEs87UVmh0wFUmr4dqtmRXTe/z8J/rD9QEAgQsd9A=" providerId="None" clId="Web-{DD913C39-8C2C-477C-BFA5-D0CDE170AAB7}" dt="2023-05-04T20:55:13.966" v="10" actId="20577"/>
        <pc:sldMkLst>
          <pc:docMk/>
          <pc:sldMk cId="1658266251" sldId="2147473311"/>
        </pc:sldMkLst>
        <pc:spChg chg="mod">
          <ac:chgData name="Jenny Tecl" userId="PZtEs87UVmh0wFUmr4dqtmRXTe/z8J/rD9QEAgQsd9A=" providerId="None" clId="Web-{DD913C39-8C2C-477C-BFA5-D0CDE170AAB7}" dt="2023-05-04T20:54:55.919" v="8" actId="20577"/>
          <ac:spMkLst>
            <pc:docMk/>
            <pc:sldMk cId="1658266251" sldId="2147473311"/>
            <ac:spMk id="17" creationId="{CE8A69A9-DC55-5CC6-DCEB-B398F895BF53}"/>
          </ac:spMkLst>
        </pc:spChg>
        <pc:spChg chg="mod">
          <ac:chgData name="Jenny Tecl" userId="PZtEs87UVmh0wFUmr4dqtmRXTe/z8J/rD9QEAgQsd9A=" providerId="None" clId="Web-{DD913C39-8C2C-477C-BFA5-D0CDE170AAB7}" dt="2023-05-04T20:55:13.966" v="10" actId="20577"/>
          <ac:spMkLst>
            <pc:docMk/>
            <pc:sldMk cId="1658266251" sldId="2147473311"/>
            <ac:spMk id="28" creationId="{C313B600-30E7-2E43-5FD8-747EDD4A7D1A}"/>
          </ac:spMkLst>
        </pc:spChg>
      </pc:sldChg>
      <pc:sldChg chg="del">
        <pc:chgData name="Jenny Tecl" userId="PZtEs87UVmh0wFUmr4dqtmRXTe/z8J/rD9QEAgQsd9A=" providerId="None" clId="Web-{DD913C39-8C2C-477C-BFA5-D0CDE170AAB7}" dt="2023-05-04T20:53:56.073" v="0"/>
        <pc:sldMkLst>
          <pc:docMk/>
          <pc:sldMk cId="626729140" sldId="2147473313"/>
        </pc:sldMkLst>
      </pc:sldChg>
    </pc:docChg>
  </pc:docChgLst>
  <pc:docChgLst>
    <pc:chgData name="Adithya Avala" userId="r3LahUUjZLZt+R0X5Q8vAvnj8xkM1v5fKTcLWVZMmAc=" providerId="None" clId="Web-{597F02C0-493C-4509-B085-C268BE744D28}"/>
    <pc:docChg chg="modSld">
      <pc:chgData name="Adithya Avala" userId="r3LahUUjZLZt+R0X5Q8vAvnj8xkM1v5fKTcLWVZMmAc=" providerId="None" clId="Web-{597F02C0-493C-4509-B085-C268BE744D28}" dt="2023-05-04T21:08:39.379" v="24" actId="1076"/>
      <pc:docMkLst>
        <pc:docMk/>
      </pc:docMkLst>
      <pc:sldChg chg="addSp delSp modSp">
        <pc:chgData name="Adithya Avala" userId="r3LahUUjZLZt+R0X5Q8vAvnj8xkM1v5fKTcLWVZMmAc=" providerId="None" clId="Web-{597F02C0-493C-4509-B085-C268BE744D28}" dt="2023-05-04T21:08:39.379" v="24" actId="1076"/>
        <pc:sldMkLst>
          <pc:docMk/>
          <pc:sldMk cId="1658266251" sldId="2147473311"/>
        </pc:sldMkLst>
        <pc:spChg chg="mod">
          <ac:chgData name="Adithya Avala" userId="r3LahUUjZLZt+R0X5Q8vAvnj8xkM1v5fKTcLWVZMmAc=" providerId="None" clId="Web-{597F02C0-493C-4509-B085-C268BE744D28}" dt="2023-05-04T21:08:12.566" v="23" actId="1076"/>
          <ac:spMkLst>
            <pc:docMk/>
            <pc:sldMk cId="1658266251" sldId="2147473311"/>
            <ac:spMk id="4" creationId="{F63C9AA6-1500-640B-8BC7-164582EF11B3}"/>
          </ac:spMkLst>
        </pc:spChg>
        <pc:spChg chg="mod">
          <ac:chgData name="Adithya Avala" userId="r3LahUUjZLZt+R0X5Q8vAvnj8xkM1v5fKTcLWVZMmAc=" providerId="None" clId="Web-{597F02C0-493C-4509-B085-C268BE744D28}" dt="2023-05-04T21:08:39.379" v="24" actId="1076"/>
          <ac:spMkLst>
            <pc:docMk/>
            <pc:sldMk cId="1658266251" sldId="2147473311"/>
            <ac:spMk id="10" creationId="{94C74EE3-6AF9-BA38-C26C-4A3789A9A003}"/>
          </ac:spMkLst>
        </pc:spChg>
        <pc:spChg chg="mod">
          <ac:chgData name="Adithya Avala" userId="r3LahUUjZLZt+R0X5Q8vAvnj8xkM1v5fKTcLWVZMmAc=" providerId="None" clId="Web-{597F02C0-493C-4509-B085-C268BE744D28}" dt="2023-05-04T21:07:41.378" v="20" actId="20577"/>
          <ac:spMkLst>
            <pc:docMk/>
            <pc:sldMk cId="1658266251" sldId="2147473311"/>
            <ac:spMk id="17" creationId="{CE8A69A9-DC55-5CC6-DCEB-B398F895BF53}"/>
          </ac:spMkLst>
        </pc:spChg>
        <pc:spChg chg="mod topLvl">
          <ac:chgData name="Adithya Avala" userId="r3LahUUjZLZt+R0X5Q8vAvnj8xkM1v5fKTcLWVZMmAc=" providerId="None" clId="Web-{597F02C0-493C-4509-B085-C268BE744D28}" dt="2023-05-04T21:07:24.643" v="13" actId="1076"/>
          <ac:spMkLst>
            <pc:docMk/>
            <pc:sldMk cId="1658266251" sldId="2147473311"/>
            <ac:spMk id="18" creationId="{58FD3FE1-ED56-CADF-DC81-8BFF5E9EADCC}"/>
          </ac:spMkLst>
        </pc:spChg>
        <pc:spChg chg="del topLvl">
          <ac:chgData name="Adithya Avala" userId="r3LahUUjZLZt+R0X5Q8vAvnj8xkM1v5fKTcLWVZMmAc=" providerId="None" clId="Web-{597F02C0-493C-4509-B085-C268BE744D28}" dt="2023-05-04T21:07:02.877" v="4"/>
          <ac:spMkLst>
            <pc:docMk/>
            <pc:sldMk cId="1658266251" sldId="2147473311"/>
            <ac:spMk id="30" creationId="{216EAE3E-1B21-3F42-D550-103A7C29E7DC}"/>
          </ac:spMkLst>
        </pc:spChg>
        <pc:grpChg chg="add del mod">
          <ac:chgData name="Adithya Avala" userId="r3LahUUjZLZt+R0X5Q8vAvnj8xkM1v5fKTcLWVZMmAc=" providerId="None" clId="Web-{597F02C0-493C-4509-B085-C268BE744D28}" dt="2023-05-04T21:07:02.877" v="4"/>
          <ac:grpSpMkLst>
            <pc:docMk/>
            <pc:sldMk cId="1658266251" sldId="2147473311"/>
            <ac:grpSpMk id="11" creationId="{6DCBCF82-AEF3-E665-5ECF-17D1D21F4BBF}"/>
          </ac:grpSpMkLst>
        </pc:grpChg>
      </pc:sldChg>
    </pc:docChg>
  </pc:docChgLst>
  <pc:docChgLst>
    <pc:chgData name="Holly Vatter" userId="fGRKXp4eQ7HF2grVdXaPupURECnJ1cDEjVEg/daiYFM=" providerId="None" clId="Web-{05EBDBDF-D0D5-4140-B173-BB271566AEEB}"/>
    <pc:docChg chg="modSld">
      <pc:chgData name="Holly Vatter" userId="fGRKXp4eQ7HF2grVdXaPupURECnJ1cDEjVEg/daiYFM=" providerId="None" clId="Web-{05EBDBDF-D0D5-4140-B173-BB271566AEEB}" dt="2023-05-03T16:56:25.654" v="7" actId="20577"/>
      <pc:docMkLst>
        <pc:docMk/>
      </pc:docMkLst>
      <pc:sldChg chg="modSp">
        <pc:chgData name="Holly Vatter" userId="fGRKXp4eQ7HF2grVdXaPupURECnJ1cDEjVEg/daiYFM=" providerId="None" clId="Web-{05EBDBDF-D0D5-4140-B173-BB271566AEEB}" dt="2023-05-03T16:56:25.654" v="7" actId="20577"/>
        <pc:sldMkLst>
          <pc:docMk/>
          <pc:sldMk cId="1728263820" sldId="2147473308"/>
        </pc:sldMkLst>
        <pc:spChg chg="mod">
          <ac:chgData name="Holly Vatter" userId="fGRKXp4eQ7HF2grVdXaPupURECnJ1cDEjVEg/daiYFM=" providerId="None" clId="Web-{05EBDBDF-D0D5-4140-B173-BB271566AEEB}" dt="2023-05-03T16:56:25.654" v="7" actId="20577"/>
          <ac:spMkLst>
            <pc:docMk/>
            <pc:sldMk cId="1728263820" sldId="2147473308"/>
            <ac:spMk id="10" creationId="{94C74EE3-6AF9-BA38-C26C-4A3789A9A003}"/>
          </ac:spMkLst>
        </pc:spChg>
      </pc:sldChg>
    </pc:docChg>
  </pc:docChgLst>
  <pc:docChgLst>
    <pc:chgData name="Adithya Avala" userId="r3LahUUjZLZt+R0X5Q8vAvnj8xkM1v5fKTcLWVZMmAc=" providerId="None" clId="Web-{191F1588-F54F-4106-A4D3-617D680647B1}"/>
    <pc:docChg chg="modSld">
      <pc:chgData name="Adithya Avala" userId="r3LahUUjZLZt+R0X5Q8vAvnj8xkM1v5fKTcLWVZMmAc=" providerId="None" clId="Web-{191F1588-F54F-4106-A4D3-617D680647B1}" dt="2023-05-05T00:04:14.231" v="82" actId="20577"/>
      <pc:docMkLst>
        <pc:docMk/>
      </pc:docMkLst>
      <pc:sldChg chg="modSp">
        <pc:chgData name="Adithya Avala" userId="r3LahUUjZLZt+R0X5Q8vAvnj8xkM1v5fKTcLWVZMmAc=" providerId="None" clId="Web-{191F1588-F54F-4106-A4D3-617D680647B1}" dt="2023-05-05T00:04:14.231" v="82" actId="20577"/>
        <pc:sldMkLst>
          <pc:docMk/>
          <pc:sldMk cId="2461644845" sldId="2147473313"/>
        </pc:sldMkLst>
        <pc:spChg chg="mod">
          <ac:chgData name="Adithya Avala" userId="r3LahUUjZLZt+R0X5Q8vAvnj8xkM1v5fKTcLWVZMmAc=" providerId="None" clId="Web-{191F1588-F54F-4106-A4D3-617D680647B1}" dt="2023-05-05T00:02:45.229" v="61" actId="20577"/>
          <ac:spMkLst>
            <pc:docMk/>
            <pc:sldMk cId="2461644845" sldId="2147473313"/>
            <ac:spMk id="4" creationId="{F63C9AA6-1500-640B-8BC7-164582EF11B3}"/>
          </ac:spMkLst>
        </pc:spChg>
        <pc:spChg chg="mod">
          <ac:chgData name="Adithya Avala" userId="r3LahUUjZLZt+R0X5Q8vAvnj8xkM1v5fKTcLWVZMmAc=" providerId="None" clId="Web-{191F1588-F54F-4106-A4D3-617D680647B1}" dt="2023-05-05T00:02:57.776" v="63" actId="20577"/>
          <ac:spMkLst>
            <pc:docMk/>
            <pc:sldMk cId="2461644845" sldId="2147473313"/>
            <ac:spMk id="10" creationId="{94C74EE3-6AF9-BA38-C26C-4A3789A9A003}"/>
          </ac:spMkLst>
        </pc:spChg>
        <pc:spChg chg="mod">
          <ac:chgData name="Adithya Avala" userId="r3LahUUjZLZt+R0X5Q8vAvnj8xkM1v5fKTcLWVZMmAc=" providerId="None" clId="Web-{191F1588-F54F-4106-A4D3-617D680647B1}" dt="2023-05-05T00:01:33.711" v="4" actId="14100"/>
          <ac:spMkLst>
            <pc:docMk/>
            <pc:sldMk cId="2461644845" sldId="2147473313"/>
            <ac:spMk id="18" creationId="{58FD3FE1-ED56-CADF-DC81-8BFF5E9EADCC}"/>
          </ac:spMkLst>
        </pc:spChg>
        <pc:spChg chg="mod">
          <ac:chgData name="Adithya Avala" userId="r3LahUUjZLZt+R0X5Q8vAvnj8xkM1v5fKTcLWVZMmAc=" providerId="None" clId="Web-{191F1588-F54F-4106-A4D3-617D680647B1}" dt="2023-05-05T00:01:57.603" v="15" actId="20577"/>
          <ac:spMkLst>
            <pc:docMk/>
            <pc:sldMk cId="2461644845" sldId="2147473313"/>
            <ac:spMk id="25" creationId="{F0A9DA97-AFDF-7D6B-D1A6-9EB2A364B02C}"/>
          </ac:spMkLst>
        </pc:spChg>
        <pc:spChg chg="mod">
          <ac:chgData name="Adithya Avala" userId="r3LahUUjZLZt+R0X5Q8vAvnj8xkM1v5fKTcLWVZMmAc=" providerId="None" clId="Web-{191F1588-F54F-4106-A4D3-617D680647B1}" dt="2023-05-05T00:03:44.090" v="73" actId="20577"/>
          <ac:spMkLst>
            <pc:docMk/>
            <pc:sldMk cId="2461644845" sldId="2147473313"/>
            <ac:spMk id="28" creationId="{C313B600-30E7-2E43-5FD8-747EDD4A7D1A}"/>
          </ac:spMkLst>
        </pc:spChg>
        <pc:spChg chg="mod">
          <ac:chgData name="Adithya Avala" userId="r3LahUUjZLZt+R0X5Q8vAvnj8xkM1v5fKTcLWVZMmAc=" providerId="None" clId="Web-{191F1588-F54F-4106-A4D3-617D680647B1}" dt="2023-05-05T00:04:14.231" v="82" actId="20577"/>
          <ac:spMkLst>
            <pc:docMk/>
            <pc:sldMk cId="2461644845" sldId="2147473313"/>
            <ac:spMk id="29" creationId="{37758286-822E-75E8-C40D-725F5822D28E}"/>
          </ac:spMkLst>
        </pc:spChg>
      </pc:sldChg>
    </pc:docChg>
  </pc:docChgLst>
  <pc:docChgLst>
    <pc:chgData name="Jenny Tecl" userId="PZtEs87UVmh0wFUmr4dqtmRXTe/z8J/rD9QEAgQsd9A=" providerId="None" clId="Web-{1B832AA7-6CF5-4C66-85AE-1BC007F23024}"/>
    <pc:docChg chg="modSld">
      <pc:chgData name="Jenny Tecl" userId="PZtEs87UVmh0wFUmr4dqtmRXTe/z8J/rD9QEAgQsd9A=" providerId="None" clId="Web-{1B832AA7-6CF5-4C66-85AE-1BC007F23024}" dt="2023-05-04T22:43:12.714" v="13" actId="20577"/>
      <pc:docMkLst>
        <pc:docMk/>
      </pc:docMkLst>
      <pc:sldChg chg="modSp">
        <pc:chgData name="Jenny Tecl" userId="PZtEs87UVmh0wFUmr4dqtmRXTe/z8J/rD9QEAgQsd9A=" providerId="None" clId="Web-{1B832AA7-6CF5-4C66-85AE-1BC007F23024}" dt="2023-05-04T22:40:09.804" v="7" actId="20577"/>
        <pc:sldMkLst>
          <pc:docMk/>
          <pc:sldMk cId="1239505466" sldId="2147473304"/>
        </pc:sldMkLst>
        <pc:spChg chg="mod">
          <ac:chgData name="Jenny Tecl" userId="PZtEs87UVmh0wFUmr4dqtmRXTe/z8J/rD9QEAgQsd9A=" providerId="None" clId="Web-{1B832AA7-6CF5-4C66-85AE-1BC007F23024}" dt="2023-05-04T22:40:09.804" v="7" actId="20577"/>
          <ac:spMkLst>
            <pc:docMk/>
            <pc:sldMk cId="1239505466" sldId="2147473304"/>
            <ac:spMk id="9" creationId="{C28FA85F-834D-6F96-3719-1C5B9CF91E49}"/>
          </ac:spMkLst>
        </pc:spChg>
      </pc:sldChg>
      <pc:sldChg chg="modSp">
        <pc:chgData name="Jenny Tecl" userId="PZtEs87UVmh0wFUmr4dqtmRXTe/z8J/rD9QEAgQsd9A=" providerId="None" clId="Web-{1B832AA7-6CF5-4C66-85AE-1BC007F23024}" dt="2023-05-04T22:43:12.714" v="13" actId="20577"/>
        <pc:sldMkLst>
          <pc:docMk/>
          <pc:sldMk cId="1658266251" sldId="2147473311"/>
        </pc:sldMkLst>
        <pc:spChg chg="mod">
          <ac:chgData name="Jenny Tecl" userId="PZtEs87UVmh0wFUmr4dqtmRXTe/z8J/rD9QEAgQsd9A=" providerId="None" clId="Web-{1B832AA7-6CF5-4C66-85AE-1BC007F23024}" dt="2023-05-04T22:43:12.714" v="13" actId="20577"/>
          <ac:spMkLst>
            <pc:docMk/>
            <pc:sldMk cId="1658266251" sldId="2147473311"/>
            <ac:spMk id="17" creationId="{CE8A69A9-DC55-5CC6-DCEB-B398F895BF53}"/>
          </ac:spMkLst>
        </pc:spChg>
      </pc:sldChg>
    </pc:docChg>
  </pc:docChgLst>
  <pc:docChgLst>
    <pc:chgData name="Adithya Avala" userId="r3LahUUjZLZt+R0X5Q8vAvnj8xkM1v5fKTcLWVZMmAc=" providerId="None" clId="Web-{5825D234-3E24-47E5-A1B1-27014D75C55A}"/>
    <pc:docChg chg="modSld">
      <pc:chgData name="Adithya Avala" userId="r3LahUUjZLZt+R0X5Q8vAvnj8xkM1v5fKTcLWVZMmAc=" providerId="None" clId="Web-{5825D234-3E24-47E5-A1B1-27014D75C55A}" dt="2023-05-03T17:12:37.645" v="17" actId="20577"/>
      <pc:docMkLst>
        <pc:docMk/>
      </pc:docMkLst>
      <pc:sldChg chg="modSp">
        <pc:chgData name="Adithya Avala" userId="r3LahUUjZLZt+R0X5Q8vAvnj8xkM1v5fKTcLWVZMmAc=" providerId="None" clId="Web-{5825D234-3E24-47E5-A1B1-27014D75C55A}" dt="2023-05-03T17:12:37.645" v="17" actId="20577"/>
        <pc:sldMkLst>
          <pc:docMk/>
          <pc:sldMk cId="1239505466" sldId="2147473304"/>
        </pc:sldMkLst>
        <pc:spChg chg="mod">
          <ac:chgData name="Adithya Avala" userId="r3LahUUjZLZt+R0X5Q8vAvnj8xkM1v5fKTcLWVZMmAc=" providerId="None" clId="Web-{5825D234-3E24-47E5-A1B1-27014D75C55A}" dt="2023-05-03T17:12:37.645" v="17" actId="20577"/>
          <ac:spMkLst>
            <pc:docMk/>
            <pc:sldMk cId="1239505466" sldId="2147473304"/>
            <ac:spMk id="4" creationId="{F63C9AA6-1500-640B-8BC7-164582EF11B3}"/>
          </ac:spMkLst>
        </pc:spChg>
      </pc:sldChg>
    </pc:docChg>
  </pc:docChgLst>
  <pc:docChgLst>
    <pc:chgData name="Jenny Tecl" userId="PZtEs87UVmh0wFUmr4dqtmRXTe/z8J/rD9QEAgQsd9A=" providerId="None" clId="Web-{9501C813-CEE3-4E3D-A27C-838856C3353D}"/>
    <pc:docChg chg="addSld delSld">
      <pc:chgData name="Jenny Tecl" userId="PZtEs87UVmh0wFUmr4dqtmRXTe/z8J/rD9QEAgQsd9A=" providerId="None" clId="Web-{9501C813-CEE3-4E3D-A27C-838856C3353D}" dt="2023-05-04T15:07:03.784" v="1"/>
      <pc:docMkLst>
        <pc:docMk/>
      </pc:docMkLst>
      <pc:sldChg chg="del">
        <pc:chgData name="Jenny Tecl" userId="PZtEs87UVmh0wFUmr4dqtmRXTe/z8J/rD9QEAgQsd9A=" providerId="None" clId="Web-{9501C813-CEE3-4E3D-A27C-838856C3353D}" dt="2023-05-04T15:07:03.784" v="1"/>
        <pc:sldMkLst>
          <pc:docMk/>
          <pc:sldMk cId="3096560795" sldId="2147473309"/>
        </pc:sldMkLst>
      </pc:sldChg>
      <pc:sldChg chg="add">
        <pc:chgData name="Jenny Tecl" userId="PZtEs87UVmh0wFUmr4dqtmRXTe/z8J/rD9QEAgQsd9A=" providerId="None" clId="Web-{9501C813-CEE3-4E3D-A27C-838856C3353D}" dt="2023-05-04T15:06:49.033" v="0"/>
        <pc:sldMkLst>
          <pc:docMk/>
          <pc:sldMk cId="3105981265" sldId="2147473310"/>
        </pc:sldMkLst>
      </pc:sldChg>
    </pc:docChg>
  </pc:docChgLst>
  <pc:docChgLst>
    <pc:chgData name="Angela Jamerson" userId="u904zQtjfERcvSVZnV3VBUugDVvnr6ZiYKEjy6YafA4=" providerId="None" clId="Web-{85D00329-257D-43C6-96F3-39FF92398C5A}"/>
    <pc:docChg chg="modSld">
      <pc:chgData name="Angela Jamerson" userId="u904zQtjfERcvSVZnV3VBUugDVvnr6ZiYKEjy6YafA4=" providerId="None" clId="Web-{85D00329-257D-43C6-96F3-39FF92398C5A}" dt="2023-05-05T00:01:33.872" v="20" actId="20577"/>
      <pc:docMkLst>
        <pc:docMk/>
      </pc:docMkLst>
      <pc:sldChg chg="modSp">
        <pc:chgData name="Angela Jamerson" userId="u904zQtjfERcvSVZnV3VBUugDVvnr6ZiYKEjy6YafA4=" providerId="None" clId="Web-{85D00329-257D-43C6-96F3-39FF92398C5A}" dt="2023-05-05T00:01:33.872" v="20" actId="20577"/>
        <pc:sldMkLst>
          <pc:docMk/>
          <pc:sldMk cId="2343414943" sldId="2147473315"/>
        </pc:sldMkLst>
        <pc:spChg chg="mod">
          <ac:chgData name="Angela Jamerson" userId="u904zQtjfERcvSVZnV3VBUugDVvnr6ZiYKEjy6YafA4=" providerId="None" clId="Web-{85D00329-257D-43C6-96F3-39FF92398C5A}" dt="2023-05-05T00:01:33.872" v="20" actId="20577"/>
          <ac:spMkLst>
            <pc:docMk/>
            <pc:sldMk cId="2343414943" sldId="2147473315"/>
            <ac:spMk id="4" creationId="{F63C9AA6-1500-640B-8BC7-164582EF11B3}"/>
          </ac:spMkLst>
        </pc:spChg>
      </pc:sldChg>
    </pc:docChg>
  </pc:docChgLst>
  <pc:docChgLst>
    <pc:chgData name="Adithya Avala" userId="r3LahUUjZLZt+R0X5Q8vAvnj8xkM1v5fKTcLWVZMmAc=" providerId="None" clId="Web-{65244454-3169-4ADB-8809-3014B1C8F3C7}"/>
    <pc:docChg chg="modSld">
      <pc:chgData name="Adithya Avala" userId="r3LahUUjZLZt+R0X5Q8vAvnj8xkM1v5fKTcLWVZMmAc=" providerId="None" clId="Web-{65244454-3169-4ADB-8809-3014B1C8F3C7}" dt="2023-05-04T23:04:16.261" v="10" actId="1076"/>
      <pc:docMkLst>
        <pc:docMk/>
      </pc:docMkLst>
      <pc:sldChg chg="modSp">
        <pc:chgData name="Adithya Avala" userId="r3LahUUjZLZt+R0X5Q8vAvnj8xkM1v5fKTcLWVZMmAc=" providerId="None" clId="Web-{65244454-3169-4ADB-8809-3014B1C8F3C7}" dt="2023-05-04T23:04:16.261" v="10" actId="1076"/>
        <pc:sldMkLst>
          <pc:docMk/>
          <pc:sldMk cId="1658266251" sldId="2147473311"/>
        </pc:sldMkLst>
        <pc:spChg chg="mod">
          <ac:chgData name="Adithya Avala" userId="r3LahUUjZLZt+R0X5Q8vAvnj8xkM1v5fKTcLWVZMmAc=" providerId="None" clId="Web-{65244454-3169-4ADB-8809-3014B1C8F3C7}" dt="2023-05-04T23:03:47.214" v="5" actId="14100"/>
          <ac:spMkLst>
            <pc:docMk/>
            <pc:sldMk cId="1658266251" sldId="2147473311"/>
            <ac:spMk id="28" creationId="{C313B600-30E7-2E43-5FD8-747EDD4A7D1A}"/>
          </ac:spMkLst>
        </pc:spChg>
        <pc:spChg chg="mod">
          <ac:chgData name="Adithya Avala" userId="r3LahUUjZLZt+R0X5Q8vAvnj8xkM1v5fKTcLWVZMmAc=" providerId="None" clId="Web-{65244454-3169-4ADB-8809-3014B1C8F3C7}" dt="2023-05-04T23:04:04.511" v="9" actId="20577"/>
          <ac:spMkLst>
            <pc:docMk/>
            <pc:sldMk cId="1658266251" sldId="2147473311"/>
            <ac:spMk id="29" creationId="{37758286-822E-75E8-C40D-725F5822D28E}"/>
          </ac:spMkLst>
        </pc:spChg>
        <pc:cxnChg chg="mod">
          <ac:chgData name="Adithya Avala" userId="r3LahUUjZLZt+R0X5Q8vAvnj8xkM1v5fKTcLWVZMmAc=" providerId="None" clId="Web-{65244454-3169-4ADB-8809-3014B1C8F3C7}" dt="2023-05-04T23:04:16.261" v="10" actId="1076"/>
          <ac:cxnSpMkLst>
            <pc:docMk/>
            <pc:sldMk cId="1658266251" sldId="2147473311"/>
            <ac:cxnSpMk id="6" creationId="{585166FB-69EB-51CC-DE01-C8A6F1F3432D}"/>
          </ac:cxnSpMkLst>
        </pc:cxnChg>
      </pc:sldChg>
    </pc:docChg>
  </pc:docChgLst>
  <pc:docChgLst>
    <pc:chgData name="Adithya Avala" userId="r3LahUUjZLZt+R0X5Q8vAvnj8xkM1v5fKTcLWVZMmAc=" providerId="None" clId="Web-{72C18FB7-B4A3-40DB-979C-B727D3BEF114}"/>
    <pc:docChg chg="modSld">
      <pc:chgData name="Adithya Avala" userId="r3LahUUjZLZt+R0X5Q8vAvnj8xkM1v5fKTcLWVZMmAc=" providerId="None" clId="Web-{72C18FB7-B4A3-40DB-979C-B727D3BEF114}" dt="2023-05-04T23:01:55.363" v="8"/>
      <pc:docMkLst>
        <pc:docMk/>
      </pc:docMkLst>
      <pc:sldChg chg="modSp">
        <pc:chgData name="Adithya Avala" userId="r3LahUUjZLZt+R0X5Q8vAvnj8xkM1v5fKTcLWVZMmAc=" providerId="None" clId="Web-{72C18FB7-B4A3-40DB-979C-B727D3BEF114}" dt="2023-05-04T23:01:55.363" v="8"/>
        <pc:sldMkLst>
          <pc:docMk/>
          <pc:sldMk cId="1658266251" sldId="2147473311"/>
        </pc:sldMkLst>
        <pc:spChg chg="mod">
          <ac:chgData name="Adithya Avala" userId="r3LahUUjZLZt+R0X5Q8vAvnj8xkM1v5fKTcLWVZMmAc=" providerId="None" clId="Web-{72C18FB7-B4A3-40DB-979C-B727D3BEF114}" dt="2023-05-04T23:01:31.003" v="2"/>
          <ac:spMkLst>
            <pc:docMk/>
            <pc:sldMk cId="1658266251" sldId="2147473311"/>
            <ac:spMk id="4" creationId="{F63C9AA6-1500-640B-8BC7-164582EF11B3}"/>
          </ac:spMkLst>
        </pc:spChg>
        <pc:spChg chg="mod">
          <ac:chgData name="Adithya Avala" userId="r3LahUUjZLZt+R0X5Q8vAvnj8xkM1v5fKTcLWVZMmAc=" providerId="None" clId="Web-{72C18FB7-B4A3-40DB-979C-B727D3BEF114}" dt="2023-05-04T23:01:41.597" v="5"/>
          <ac:spMkLst>
            <pc:docMk/>
            <pc:sldMk cId="1658266251" sldId="2147473311"/>
            <ac:spMk id="10" creationId="{94C74EE3-6AF9-BA38-C26C-4A3789A9A003}"/>
          </ac:spMkLst>
        </pc:spChg>
        <pc:spChg chg="mod">
          <ac:chgData name="Adithya Avala" userId="r3LahUUjZLZt+R0X5Q8vAvnj8xkM1v5fKTcLWVZMmAc=" providerId="None" clId="Web-{72C18FB7-B4A3-40DB-979C-B727D3BEF114}" dt="2023-05-04T23:01:55.363" v="8"/>
          <ac:spMkLst>
            <pc:docMk/>
            <pc:sldMk cId="1658266251" sldId="2147473311"/>
            <ac:spMk id="17" creationId="{CE8A69A9-DC55-5CC6-DCEB-B398F895BF53}"/>
          </ac:spMkLst>
        </pc:spChg>
        <pc:spChg chg="mod">
          <ac:chgData name="Adithya Avala" userId="r3LahUUjZLZt+R0X5Q8vAvnj8xkM1v5fKTcLWVZMmAc=" providerId="None" clId="Web-{72C18FB7-B4A3-40DB-979C-B727D3BEF114}" dt="2023-05-04T23:01:24.925" v="1"/>
          <ac:spMkLst>
            <pc:docMk/>
            <pc:sldMk cId="1658266251" sldId="2147473311"/>
            <ac:spMk id="18" creationId="{58FD3FE1-ED56-CADF-DC81-8BFF5E9EADCC}"/>
          </ac:spMkLst>
        </pc:spChg>
        <pc:spChg chg="mod">
          <ac:chgData name="Adithya Avala" userId="r3LahUUjZLZt+R0X5Q8vAvnj8xkM1v5fKTcLWVZMmAc=" providerId="None" clId="Web-{72C18FB7-B4A3-40DB-979C-B727D3BEF114}" dt="2023-05-04T23:01:37.550" v="4"/>
          <ac:spMkLst>
            <pc:docMk/>
            <pc:sldMk cId="1658266251" sldId="2147473311"/>
            <ac:spMk id="28" creationId="{C313B600-30E7-2E43-5FD8-747EDD4A7D1A}"/>
          </ac:spMkLst>
        </pc:spChg>
        <pc:spChg chg="mod">
          <ac:chgData name="Adithya Avala" userId="r3LahUUjZLZt+R0X5Q8vAvnj8xkM1v5fKTcLWVZMmAc=" providerId="None" clId="Web-{72C18FB7-B4A3-40DB-979C-B727D3BEF114}" dt="2023-05-04T23:01:34.222" v="3"/>
          <ac:spMkLst>
            <pc:docMk/>
            <pc:sldMk cId="1658266251" sldId="2147473311"/>
            <ac:spMk id="29" creationId="{37758286-822E-75E8-C40D-725F5822D28E}"/>
          </ac:spMkLst>
        </pc:spChg>
      </pc:sldChg>
    </pc:docChg>
  </pc:docChgLst>
  <pc:docChgLst>
    <pc:chgData name="Holly Vatter" userId="fGRKXp4eQ7HF2grVdXaPupURECnJ1cDEjVEg/daiYFM=" providerId="None" clId="Web-{C979DBBA-9843-4149-9C65-584A000F2B87}"/>
    <pc:docChg chg="modSld">
      <pc:chgData name="Holly Vatter" userId="fGRKXp4eQ7HF2grVdXaPupURECnJ1cDEjVEg/daiYFM=" providerId="None" clId="Web-{C979DBBA-9843-4149-9C65-584A000F2B87}" dt="2023-05-03T16:51:50.734" v="349" actId="20577"/>
      <pc:docMkLst>
        <pc:docMk/>
      </pc:docMkLst>
      <pc:sldChg chg="modSp">
        <pc:chgData name="Holly Vatter" userId="fGRKXp4eQ7HF2grVdXaPupURECnJ1cDEjVEg/daiYFM=" providerId="None" clId="Web-{C979DBBA-9843-4149-9C65-584A000F2B87}" dt="2023-05-03T16:51:50.734" v="349" actId="20577"/>
        <pc:sldMkLst>
          <pc:docMk/>
          <pc:sldMk cId="1728263820" sldId="2147473308"/>
        </pc:sldMkLst>
        <pc:spChg chg="mod">
          <ac:chgData name="Holly Vatter" userId="fGRKXp4eQ7HF2grVdXaPupURECnJ1cDEjVEg/daiYFM=" providerId="None" clId="Web-{C979DBBA-9843-4149-9C65-584A000F2B87}" dt="2023-05-03T16:46:23.195" v="160" actId="14100"/>
          <ac:spMkLst>
            <pc:docMk/>
            <pc:sldMk cId="1728263820" sldId="2147473308"/>
            <ac:spMk id="3" creationId="{197F58CB-D18B-1433-2D70-7F22BD86D44E}"/>
          </ac:spMkLst>
        </pc:spChg>
        <pc:spChg chg="mod">
          <ac:chgData name="Holly Vatter" userId="fGRKXp4eQ7HF2grVdXaPupURECnJ1cDEjVEg/daiYFM=" providerId="None" clId="Web-{C979DBBA-9843-4149-9C65-584A000F2B87}" dt="2023-05-03T16:46:30.007" v="161" actId="1076"/>
          <ac:spMkLst>
            <pc:docMk/>
            <pc:sldMk cId="1728263820" sldId="2147473308"/>
            <ac:spMk id="4" creationId="{F63C9AA6-1500-640B-8BC7-164582EF11B3}"/>
          </ac:spMkLst>
        </pc:spChg>
        <pc:spChg chg="mod">
          <ac:chgData name="Holly Vatter" userId="fGRKXp4eQ7HF2grVdXaPupURECnJ1cDEjVEg/daiYFM=" providerId="None" clId="Web-{C979DBBA-9843-4149-9C65-584A000F2B87}" dt="2023-05-03T16:46:56.742" v="164" actId="20577"/>
          <ac:spMkLst>
            <pc:docMk/>
            <pc:sldMk cId="1728263820" sldId="2147473308"/>
            <ac:spMk id="10" creationId="{94C74EE3-6AF9-BA38-C26C-4A3789A9A003}"/>
          </ac:spMkLst>
        </pc:spChg>
        <pc:spChg chg="mod">
          <ac:chgData name="Holly Vatter" userId="fGRKXp4eQ7HF2grVdXaPupURECnJ1cDEjVEg/daiYFM=" providerId="None" clId="Web-{C979DBBA-9843-4149-9C65-584A000F2B87}" dt="2023-05-03T16:51:50.734" v="349" actId="20577"/>
          <ac:spMkLst>
            <pc:docMk/>
            <pc:sldMk cId="1728263820" sldId="2147473308"/>
            <ac:spMk id="17" creationId="{CE8A69A9-DC55-5CC6-DCEB-B398F895BF53}"/>
          </ac:spMkLst>
        </pc:spChg>
        <pc:spChg chg="mod">
          <ac:chgData name="Holly Vatter" userId="fGRKXp4eQ7HF2grVdXaPupURECnJ1cDEjVEg/daiYFM=" providerId="None" clId="Web-{C979DBBA-9843-4149-9C65-584A000F2B87}" dt="2023-05-03T16:46:39.898" v="162" actId="1076"/>
          <ac:spMkLst>
            <pc:docMk/>
            <pc:sldMk cId="1728263820" sldId="2147473308"/>
            <ac:spMk id="18" creationId="{58FD3FE1-ED56-CADF-DC81-8BFF5E9EADCC}"/>
          </ac:spMkLst>
        </pc:spChg>
        <pc:spChg chg="mod">
          <ac:chgData name="Holly Vatter" userId="fGRKXp4eQ7HF2grVdXaPupURECnJ1cDEjVEg/daiYFM=" providerId="None" clId="Web-{C979DBBA-9843-4149-9C65-584A000F2B87}" dt="2023-05-03T16:51:10.639" v="347" actId="14100"/>
          <ac:spMkLst>
            <pc:docMk/>
            <pc:sldMk cId="1728263820" sldId="2147473308"/>
            <ac:spMk id="28" creationId="{C313B600-30E7-2E43-5FD8-747EDD4A7D1A}"/>
          </ac:spMkLst>
        </pc:spChg>
        <pc:spChg chg="mod">
          <ac:chgData name="Holly Vatter" userId="fGRKXp4eQ7HF2grVdXaPupURECnJ1cDEjVEg/daiYFM=" providerId="None" clId="Web-{C979DBBA-9843-4149-9C65-584A000F2B87}" dt="2023-05-03T16:47:35.368" v="177" actId="1076"/>
          <ac:spMkLst>
            <pc:docMk/>
            <pc:sldMk cId="1728263820" sldId="2147473308"/>
            <ac:spMk id="29" creationId="{37758286-822E-75E8-C40D-725F5822D28E}"/>
          </ac:spMkLst>
        </pc:spChg>
        <pc:cxnChg chg="mod">
          <ac:chgData name="Holly Vatter" userId="fGRKXp4eQ7HF2grVdXaPupURECnJ1cDEjVEg/daiYFM=" providerId="None" clId="Web-{C979DBBA-9843-4149-9C65-584A000F2B87}" dt="2023-05-03T16:46:10.726" v="158" actId="1076"/>
          <ac:cxnSpMkLst>
            <pc:docMk/>
            <pc:sldMk cId="1728263820" sldId="2147473308"/>
            <ac:cxnSpMk id="5" creationId="{23115172-AC44-AB35-2287-20EB37152EA5}"/>
          </ac:cxnSpMkLst>
        </pc:cxnChg>
      </pc:sldChg>
    </pc:docChg>
  </pc:docChgLst>
  <pc:docChgLst>
    <pc:chgData name="Adithya Avala" userId="r3LahUUjZLZt+R0X5Q8vAvnj8xkM1v5fKTcLWVZMmAc=" providerId="None" clId="Web-{10596697-B8A5-4EB0-89C8-E6944067F571}"/>
    <pc:docChg chg="modSld">
      <pc:chgData name="Adithya Avala" userId="r3LahUUjZLZt+R0X5Q8vAvnj8xkM1v5fKTcLWVZMmAc=" providerId="None" clId="Web-{10596697-B8A5-4EB0-89C8-E6944067F571}" dt="2023-05-05T15:18:30.320" v="2" actId="20577"/>
      <pc:docMkLst>
        <pc:docMk/>
      </pc:docMkLst>
      <pc:sldChg chg="modSp">
        <pc:chgData name="Adithya Avala" userId="r3LahUUjZLZt+R0X5Q8vAvnj8xkM1v5fKTcLWVZMmAc=" providerId="None" clId="Web-{10596697-B8A5-4EB0-89C8-E6944067F571}" dt="2023-05-05T15:18:30.320" v="2" actId="20577"/>
        <pc:sldMkLst>
          <pc:docMk/>
          <pc:sldMk cId="2461644845" sldId="2147473313"/>
        </pc:sldMkLst>
        <pc:spChg chg="mod">
          <ac:chgData name="Adithya Avala" userId="r3LahUUjZLZt+R0X5Q8vAvnj8xkM1v5fKTcLWVZMmAc=" providerId="None" clId="Web-{10596697-B8A5-4EB0-89C8-E6944067F571}" dt="2023-05-05T15:18:30.320" v="2" actId="20577"/>
          <ac:spMkLst>
            <pc:docMk/>
            <pc:sldMk cId="2461644845" sldId="2147473313"/>
            <ac:spMk id="17" creationId="{CE8A69A9-DC55-5CC6-DCEB-B398F895BF53}"/>
          </ac:spMkLst>
        </pc:spChg>
      </pc:sldChg>
    </pc:docChg>
  </pc:docChgLst>
  <pc:docChgLst>
    <pc:chgData name="Adithya Avala" userId="r3LahUUjZLZt+R0X5Q8vAvnj8xkM1v5fKTcLWVZMmAc=" providerId="None" clId="Web-{31BAA200-9BC1-4F86-AE0C-7CCDCB71C31B}"/>
    <pc:docChg chg="modSld">
      <pc:chgData name="Adithya Avala" userId="r3LahUUjZLZt+R0X5Q8vAvnj8xkM1v5fKTcLWVZMmAc=" providerId="None" clId="Web-{31BAA200-9BC1-4F86-AE0C-7CCDCB71C31B}" dt="2023-05-04T23:05:51.767" v="2" actId="14100"/>
      <pc:docMkLst>
        <pc:docMk/>
      </pc:docMkLst>
      <pc:sldChg chg="modSp">
        <pc:chgData name="Adithya Avala" userId="r3LahUUjZLZt+R0X5Q8vAvnj8xkM1v5fKTcLWVZMmAc=" providerId="None" clId="Web-{31BAA200-9BC1-4F86-AE0C-7CCDCB71C31B}" dt="2023-05-04T23:05:51.767" v="2" actId="14100"/>
        <pc:sldMkLst>
          <pc:docMk/>
          <pc:sldMk cId="1658266251" sldId="2147473311"/>
        </pc:sldMkLst>
        <pc:spChg chg="mod">
          <ac:chgData name="Adithya Avala" userId="r3LahUUjZLZt+R0X5Q8vAvnj8xkM1v5fKTcLWVZMmAc=" providerId="None" clId="Web-{31BAA200-9BC1-4F86-AE0C-7CCDCB71C31B}" dt="2023-05-04T23:05:51.767" v="2" actId="14100"/>
          <ac:spMkLst>
            <pc:docMk/>
            <pc:sldMk cId="1658266251" sldId="2147473311"/>
            <ac:spMk id="29" creationId="{37758286-822E-75E8-C40D-725F5822D28E}"/>
          </ac:spMkLst>
        </pc:spChg>
        <pc:cxnChg chg="mod">
          <ac:chgData name="Adithya Avala" userId="r3LahUUjZLZt+R0X5Q8vAvnj8xkM1v5fKTcLWVZMmAc=" providerId="None" clId="Web-{31BAA200-9BC1-4F86-AE0C-7CCDCB71C31B}" dt="2023-05-04T23:05:36.735" v="1" actId="14100"/>
          <ac:cxnSpMkLst>
            <pc:docMk/>
            <pc:sldMk cId="1658266251" sldId="2147473311"/>
            <ac:cxnSpMk id="6" creationId="{585166FB-69EB-51CC-DE01-C8A6F1F3432D}"/>
          </ac:cxnSpMkLst>
        </pc:cxnChg>
      </pc:sldChg>
    </pc:docChg>
  </pc:docChgLst>
  <pc:docChgLst>
    <pc:chgData name="Jenny Tecl" userId="PZtEs87UVmh0wFUmr4dqtmRXTe/z8J/rD9QEAgQsd9A=" providerId="None" clId="Web-{14DC813F-5559-4036-9C8E-C2805C354FDF}"/>
    <pc:docChg chg="modSld">
      <pc:chgData name="Jenny Tecl" userId="PZtEs87UVmh0wFUmr4dqtmRXTe/z8J/rD9QEAgQsd9A=" providerId="None" clId="Web-{14DC813F-5559-4036-9C8E-C2805C354FDF}" dt="2023-05-04T20:46:35.457" v="38"/>
      <pc:docMkLst>
        <pc:docMk/>
      </pc:docMkLst>
      <pc:sldChg chg="modSp">
        <pc:chgData name="Jenny Tecl" userId="PZtEs87UVmh0wFUmr4dqtmRXTe/z8J/rD9QEAgQsd9A=" providerId="None" clId="Web-{14DC813F-5559-4036-9C8E-C2805C354FDF}" dt="2023-05-04T20:41:05.875" v="7" actId="20577"/>
        <pc:sldMkLst>
          <pc:docMk/>
          <pc:sldMk cId="1239505466" sldId="2147473304"/>
        </pc:sldMkLst>
        <pc:spChg chg="mod">
          <ac:chgData name="Jenny Tecl" userId="PZtEs87UVmh0wFUmr4dqtmRXTe/z8J/rD9QEAgQsd9A=" providerId="None" clId="Web-{14DC813F-5559-4036-9C8E-C2805C354FDF}" dt="2023-05-04T20:41:05.875" v="7" actId="20577"/>
          <ac:spMkLst>
            <pc:docMk/>
            <pc:sldMk cId="1239505466" sldId="2147473304"/>
            <ac:spMk id="4" creationId="{F63C9AA6-1500-640B-8BC7-164582EF11B3}"/>
          </ac:spMkLst>
        </pc:spChg>
        <pc:spChg chg="mod">
          <ac:chgData name="Jenny Tecl" userId="PZtEs87UVmh0wFUmr4dqtmRXTe/z8J/rD9QEAgQsd9A=" providerId="None" clId="Web-{14DC813F-5559-4036-9C8E-C2805C354FDF}" dt="2023-05-04T20:40:43.922" v="5" actId="20577"/>
          <ac:spMkLst>
            <pc:docMk/>
            <pc:sldMk cId="1239505466" sldId="2147473304"/>
            <ac:spMk id="18" creationId="{58FD3FE1-ED56-CADF-DC81-8BFF5E9EADCC}"/>
          </ac:spMkLst>
        </pc:spChg>
      </pc:sldChg>
      <pc:sldChg chg="modSp">
        <pc:chgData name="Jenny Tecl" userId="PZtEs87UVmh0wFUmr4dqtmRXTe/z8J/rD9QEAgQsd9A=" providerId="None" clId="Web-{14DC813F-5559-4036-9C8E-C2805C354FDF}" dt="2023-05-04T20:45:54.722" v="33" actId="20577"/>
        <pc:sldMkLst>
          <pc:docMk/>
          <pc:sldMk cId="3254584431" sldId="2147473306"/>
        </pc:sldMkLst>
        <pc:spChg chg="mod">
          <ac:chgData name="Jenny Tecl" userId="PZtEs87UVmh0wFUmr4dqtmRXTe/z8J/rD9QEAgQsd9A=" providerId="None" clId="Web-{14DC813F-5559-4036-9C8E-C2805C354FDF}" dt="2023-05-04T20:45:54.722" v="33" actId="20577"/>
          <ac:spMkLst>
            <pc:docMk/>
            <pc:sldMk cId="3254584431" sldId="2147473306"/>
            <ac:spMk id="16" creationId="{FD746F90-8511-8A93-0A94-315C31088E19}"/>
          </ac:spMkLst>
        </pc:spChg>
        <pc:spChg chg="mod">
          <ac:chgData name="Jenny Tecl" userId="PZtEs87UVmh0wFUmr4dqtmRXTe/z8J/rD9QEAgQsd9A=" providerId="None" clId="Web-{14DC813F-5559-4036-9C8E-C2805C354FDF}" dt="2023-05-04T20:44:48.862" v="24" actId="20577"/>
          <ac:spMkLst>
            <pc:docMk/>
            <pc:sldMk cId="3254584431" sldId="2147473306"/>
            <ac:spMk id="17" creationId="{CE8A69A9-DC55-5CC6-DCEB-B398F895BF53}"/>
          </ac:spMkLst>
        </pc:spChg>
        <pc:spChg chg="mod">
          <ac:chgData name="Jenny Tecl" userId="PZtEs87UVmh0wFUmr4dqtmRXTe/z8J/rD9QEAgQsd9A=" providerId="None" clId="Web-{14DC813F-5559-4036-9C8E-C2805C354FDF}" dt="2023-05-04T20:42:58.361" v="13" actId="20577"/>
          <ac:spMkLst>
            <pc:docMk/>
            <pc:sldMk cId="3254584431" sldId="2147473306"/>
            <ac:spMk id="18" creationId="{58FD3FE1-ED56-CADF-DC81-8BFF5E9EADCC}"/>
          </ac:spMkLst>
        </pc:spChg>
        <pc:spChg chg="mod">
          <ac:chgData name="Jenny Tecl" userId="PZtEs87UVmh0wFUmr4dqtmRXTe/z8J/rD9QEAgQsd9A=" providerId="None" clId="Web-{14DC813F-5559-4036-9C8E-C2805C354FDF}" dt="2023-05-04T20:43:53.893" v="20"/>
          <ac:spMkLst>
            <pc:docMk/>
            <pc:sldMk cId="3254584431" sldId="2147473306"/>
            <ac:spMk id="27" creationId="{B364D59B-5646-D62F-5775-A0F3A65ED08F}"/>
          </ac:spMkLst>
        </pc:spChg>
      </pc:sldChg>
      <pc:sldChg chg="modSp">
        <pc:chgData name="Jenny Tecl" userId="PZtEs87UVmh0wFUmr4dqtmRXTe/z8J/rD9QEAgQsd9A=" providerId="None" clId="Web-{14DC813F-5559-4036-9C8E-C2805C354FDF}" dt="2023-05-04T20:42:38.345" v="10" actId="20577"/>
        <pc:sldMkLst>
          <pc:docMk/>
          <pc:sldMk cId="1817300342" sldId="2147473307"/>
        </pc:sldMkLst>
        <pc:spChg chg="mod">
          <ac:chgData name="Jenny Tecl" userId="PZtEs87UVmh0wFUmr4dqtmRXTe/z8J/rD9QEAgQsd9A=" providerId="None" clId="Web-{14DC813F-5559-4036-9C8E-C2805C354FDF}" dt="2023-05-04T20:42:38.345" v="10" actId="20577"/>
          <ac:spMkLst>
            <pc:docMk/>
            <pc:sldMk cId="1817300342" sldId="2147473307"/>
            <ac:spMk id="30" creationId="{216EAE3E-1B21-3F42-D550-103A7C29E7DC}"/>
          </ac:spMkLst>
        </pc:spChg>
      </pc:sldChg>
      <pc:sldChg chg="modSp">
        <pc:chgData name="Jenny Tecl" userId="PZtEs87UVmh0wFUmr4dqtmRXTe/z8J/rD9QEAgQsd9A=" providerId="None" clId="Web-{14DC813F-5559-4036-9C8E-C2805C354FDF}" dt="2023-05-04T20:46:35.457" v="38"/>
        <pc:sldMkLst>
          <pc:docMk/>
          <pc:sldMk cId="1728263820" sldId="2147473308"/>
        </pc:sldMkLst>
        <pc:spChg chg="mod">
          <ac:chgData name="Jenny Tecl" userId="PZtEs87UVmh0wFUmr4dqtmRXTe/z8J/rD9QEAgQsd9A=" providerId="None" clId="Web-{14DC813F-5559-4036-9C8E-C2805C354FDF}" dt="2023-05-04T20:46:35.457" v="38"/>
          <ac:spMkLst>
            <pc:docMk/>
            <pc:sldMk cId="1728263820" sldId="2147473308"/>
            <ac:spMk id="17" creationId="{CE8A69A9-DC55-5CC6-DCEB-B398F895BF53}"/>
          </ac:spMkLst>
        </pc:spChg>
        <pc:spChg chg="mod">
          <ac:chgData name="Jenny Tecl" userId="PZtEs87UVmh0wFUmr4dqtmRXTe/z8J/rD9QEAgQsd9A=" providerId="None" clId="Web-{14DC813F-5559-4036-9C8E-C2805C354FDF}" dt="2023-05-04T20:46:00.550" v="35" actId="20577"/>
          <ac:spMkLst>
            <pc:docMk/>
            <pc:sldMk cId="1728263820" sldId="2147473308"/>
            <ac:spMk id="30" creationId="{216EAE3E-1B21-3F42-D550-103A7C29E7DC}"/>
          </ac:spMkLst>
        </pc:spChg>
      </pc:sldChg>
    </pc:docChg>
  </pc:docChgLst>
  <pc:docChgLst>
    <pc:chgData name="Jenny Tecl" userId="PZtEs87UVmh0wFUmr4dqtmRXTe/z8J/rD9QEAgQsd9A=" providerId="None" clId="Web-{F169102F-55C9-418C-86C8-116EE92659C8}"/>
    <pc:docChg chg="addSld sldOrd">
      <pc:chgData name="Jenny Tecl" userId="PZtEs87UVmh0wFUmr4dqtmRXTe/z8J/rD9QEAgQsd9A=" providerId="None" clId="Web-{F169102F-55C9-418C-86C8-116EE92659C8}" dt="2023-05-04T15:06:31.229" v="1"/>
      <pc:docMkLst>
        <pc:docMk/>
      </pc:docMkLst>
      <pc:sldChg chg="add ord">
        <pc:chgData name="Jenny Tecl" userId="PZtEs87UVmh0wFUmr4dqtmRXTe/z8J/rD9QEAgQsd9A=" providerId="None" clId="Web-{F169102F-55C9-418C-86C8-116EE92659C8}" dt="2023-05-04T15:06:31.229" v="1"/>
        <pc:sldMkLst>
          <pc:docMk/>
          <pc:sldMk cId="3096560795" sldId="2147473309"/>
        </pc:sldMkLst>
      </pc:sldChg>
      <pc:sldMasterChg chg="addSldLayout">
        <pc:chgData name="Jenny Tecl" userId="PZtEs87UVmh0wFUmr4dqtmRXTe/z8J/rD9QEAgQsd9A=" providerId="None" clId="Web-{F169102F-55C9-418C-86C8-116EE92659C8}" dt="2023-05-04T15:06:26.744" v="0"/>
        <pc:sldMasterMkLst>
          <pc:docMk/>
          <pc:sldMasterMk cId="506728418" sldId="2147483961"/>
        </pc:sldMasterMkLst>
        <pc:sldLayoutChg chg="add">
          <pc:chgData name="Jenny Tecl" userId="PZtEs87UVmh0wFUmr4dqtmRXTe/z8J/rD9QEAgQsd9A=" providerId="None" clId="Web-{F169102F-55C9-418C-86C8-116EE92659C8}" dt="2023-05-04T15:06:26.744" v="0"/>
          <pc:sldLayoutMkLst>
            <pc:docMk/>
            <pc:sldMasterMk cId="506728418" sldId="2147483961"/>
            <pc:sldLayoutMk cId="1015678996" sldId="2147484051"/>
          </pc:sldLayoutMkLst>
        </pc:sldLayoutChg>
        <pc:sldLayoutChg chg="add">
          <pc:chgData name="Jenny Tecl" userId="PZtEs87UVmh0wFUmr4dqtmRXTe/z8J/rD9QEAgQsd9A=" providerId="None" clId="Web-{F169102F-55C9-418C-86C8-116EE92659C8}" dt="2023-05-04T15:06:26.744" v="0"/>
          <pc:sldLayoutMkLst>
            <pc:docMk/>
            <pc:sldMasterMk cId="506728418" sldId="2147483961"/>
            <pc:sldLayoutMk cId="3804176053" sldId="2147484052"/>
          </pc:sldLayoutMkLst>
        </pc:sldLayoutChg>
      </pc:sldMasterChg>
    </pc:docChg>
  </pc:docChgLst>
  <pc:docChgLst>
    <pc:chgData name="Jordyn Jaffe" userId="04Xx4BI2kMKaItGKaq4jllKEpu0Y9EqSFeE9npmnWVU=" providerId="None" clId="Web-{A163746A-8813-4CEE-8E77-9CE5A4A236AE}"/>
    <pc:docChg chg="modSld">
      <pc:chgData name="Jordyn Jaffe" userId="04Xx4BI2kMKaItGKaq4jllKEpu0Y9EqSFeE9npmnWVU=" providerId="None" clId="Web-{A163746A-8813-4CEE-8E77-9CE5A4A236AE}" dt="2023-05-03T16:04:31.659" v="412" actId="20577"/>
      <pc:docMkLst>
        <pc:docMk/>
      </pc:docMkLst>
      <pc:sldChg chg="modSp">
        <pc:chgData name="Jordyn Jaffe" userId="04Xx4BI2kMKaItGKaq4jllKEpu0Y9EqSFeE9npmnWVU=" providerId="None" clId="Web-{A163746A-8813-4CEE-8E77-9CE5A4A236AE}" dt="2023-05-03T16:04:31.659" v="412" actId="20577"/>
        <pc:sldMkLst>
          <pc:docMk/>
          <pc:sldMk cId="1239505466" sldId="2147473304"/>
        </pc:sldMkLst>
        <pc:spChg chg="mod">
          <ac:chgData name="Jordyn Jaffe" userId="04Xx4BI2kMKaItGKaq4jllKEpu0Y9EqSFeE9npmnWVU=" providerId="None" clId="Web-{A163746A-8813-4CEE-8E77-9CE5A4A236AE}" dt="2023-05-03T16:04:31.659" v="412" actId="20577"/>
          <ac:spMkLst>
            <pc:docMk/>
            <pc:sldMk cId="1239505466" sldId="2147473304"/>
            <ac:spMk id="4" creationId="{F63C9AA6-1500-640B-8BC7-164582EF11B3}"/>
          </ac:spMkLst>
        </pc:spChg>
      </pc:sldChg>
      <pc:sldChg chg="modSp">
        <pc:chgData name="Jordyn Jaffe" userId="04Xx4BI2kMKaItGKaq4jllKEpu0Y9EqSFeE9npmnWVU=" providerId="None" clId="Web-{A163746A-8813-4CEE-8E77-9CE5A4A236AE}" dt="2023-05-03T16:03:46.549" v="370" actId="20577"/>
        <pc:sldMkLst>
          <pc:docMk/>
          <pc:sldMk cId="3254584431" sldId="2147473306"/>
        </pc:sldMkLst>
        <pc:spChg chg="mod">
          <ac:chgData name="Jordyn Jaffe" userId="04Xx4BI2kMKaItGKaq4jllKEpu0Y9EqSFeE9npmnWVU=" providerId="None" clId="Web-{A163746A-8813-4CEE-8E77-9CE5A4A236AE}" dt="2023-05-03T15:57:30.183" v="131" actId="20577"/>
          <ac:spMkLst>
            <pc:docMk/>
            <pc:sldMk cId="3254584431" sldId="2147473306"/>
            <ac:spMk id="4" creationId="{F63C9AA6-1500-640B-8BC7-164582EF11B3}"/>
          </ac:spMkLst>
        </pc:spChg>
        <pc:spChg chg="mod">
          <ac:chgData name="Jordyn Jaffe" userId="04Xx4BI2kMKaItGKaq4jllKEpu0Y9EqSFeE9npmnWVU=" providerId="None" clId="Web-{A163746A-8813-4CEE-8E77-9CE5A4A236AE}" dt="2023-05-03T16:03:46.549" v="370" actId="20577"/>
          <ac:spMkLst>
            <pc:docMk/>
            <pc:sldMk cId="3254584431" sldId="2147473306"/>
            <ac:spMk id="16" creationId="{FD746F90-8511-8A93-0A94-315C31088E19}"/>
          </ac:spMkLst>
        </pc:spChg>
        <pc:spChg chg="mod">
          <ac:chgData name="Jordyn Jaffe" userId="04Xx4BI2kMKaItGKaq4jllKEpu0Y9EqSFeE9npmnWVU=" providerId="None" clId="Web-{A163746A-8813-4CEE-8E77-9CE5A4A236AE}" dt="2023-05-03T15:54:05.320" v="4" actId="20577"/>
          <ac:spMkLst>
            <pc:docMk/>
            <pc:sldMk cId="3254584431" sldId="2147473306"/>
            <ac:spMk id="23" creationId="{51F1FE38-B1BF-59F3-67E5-C5A87E6657C0}"/>
          </ac:spMkLst>
        </pc:spChg>
        <pc:spChg chg="mod">
          <ac:chgData name="Jordyn Jaffe" userId="04Xx4BI2kMKaItGKaq4jllKEpu0Y9EqSFeE9npmnWVU=" providerId="None" clId="Web-{A163746A-8813-4CEE-8E77-9CE5A4A236AE}" dt="2023-05-03T16:01:04.952" v="274" actId="20577"/>
          <ac:spMkLst>
            <pc:docMk/>
            <pc:sldMk cId="3254584431" sldId="2147473306"/>
            <ac:spMk id="28" creationId="{C313B600-30E7-2E43-5FD8-747EDD4A7D1A}"/>
          </ac:spMkLst>
        </pc:spChg>
      </pc:sldChg>
    </pc:docChg>
  </pc:docChgLst>
  <pc:docChgLst>
    <pc:chgData name="Angela Jamerson" userId="u904zQtjfERcvSVZnV3VBUugDVvnr6ZiYKEjy6YafA4=" providerId="None" clId="Web-{E75F7F94-CBF8-4565-887A-1EB8E6D619D5}"/>
    <pc:docChg chg="modSld">
      <pc:chgData name="Angela Jamerson" userId="u904zQtjfERcvSVZnV3VBUugDVvnr6ZiYKEjy6YafA4=" providerId="None" clId="Web-{E75F7F94-CBF8-4565-887A-1EB8E6D619D5}" dt="2023-05-05T00:03:00.636" v="3" actId="20577"/>
      <pc:docMkLst>
        <pc:docMk/>
      </pc:docMkLst>
      <pc:sldChg chg="modSp">
        <pc:chgData name="Angela Jamerson" userId="u904zQtjfERcvSVZnV3VBUugDVvnr6ZiYKEjy6YafA4=" providerId="None" clId="Web-{E75F7F94-CBF8-4565-887A-1EB8E6D619D5}" dt="2023-05-05T00:03:00.636" v="3" actId="20577"/>
        <pc:sldMkLst>
          <pc:docMk/>
          <pc:sldMk cId="2343414943" sldId="2147473315"/>
        </pc:sldMkLst>
        <pc:spChg chg="mod">
          <ac:chgData name="Angela Jamerson" userId="u904zQtjfERcvSVZnV3VBUugDVvnr6ZiYKEjy6YafA4=" providerId="None" clId="Web-{E75F7F94-CBF8-4565-887A-1EB8E6D619D5}" dt="2023-05-05T00:03:00.636" v="3" actId="20577"/>
          <ac:spMkLst>
            <pc:docMk/>
            <pc:sldMk cId="2343414943" sldId="2147473315"/>
            <ac:spMk id="4" creationId="{F63C9AA6-1500-640B-8BC7-164582EF11B3}"/>
          </ac:spMkLst>
        </pc:spChg>
      </pc:sldChg>
    </pc:docChg>
  </pc:docChgLst>
  <pc:docChgLst>
    <pc:chgData name="Adithya Avala" userId="r3LahUUjZLZt+R0X5Q8vAvnj8xkM1v5fKTcLWVZMmAc=" providerId="None" clId="Web-{55900A11-4F43-49D8-88BB-A04C3D39765A}"/>
    <pc:docChg chg="modSld">
      <pc:chgData name="Adithya Avala" userId="r3LahUUjZLZt+R0X5Q8vAvnj8xkM1v5fKTcLWVZMmAc=" providerId="None" clId="Web-{55900A11-4F43-49D8-88BB-A04C3D39765A}" dt="2023-05-03T16:02:38.133" v="19" actId="20577"/>
      <pc:docMkLst>
        <pc:docMk/>
      </pc:docMkLst>
      <pc:sldChg chg="modSp">
        <pc:chgData name="Adithya Avala" userId="r3LahUUjZLZt+R0X5Q8vAvnj8xkM1v5fKTcLWVZMmAc=" providerId="None" clId="Web-{55900A11-4F43-49D8-88BB-A04C3D39765A}" dt="2023-05-03T16:02:38.133" v="19" actId="20577"/>
        <pc:sldMkLst>
          <pc:docMk/>
          <pc:sldMk cId="1239505466" sldId="2147473304"/>
        </pc:sldMkLst>
        <pc:spChg chg="mod">
          <ac:chgData name="Adithya Avala" userId="r3LahUUjZLZt+R0X5Q8vAvnj8xkM1v5fKTcLWVZMmAc=" providerId="None" clId="Web-{55900A11-4F43-49D8-88BB-A04C3D39765A}" dt="2023-05-03T16:02:38.133" v="19" actId="20577"/>
          <ac:spMkLst>
            <pc:docMk/>
            <pc:sldMk cId="1239505466" sldId="2147473304"/>
            <ac:spMk id="4" creationId="{F63C9AA6-1500-640B-8BC7-164582EF11B3}"/>
          </ac:spMkLst>
        </pc:spChg>
      </pc:sldChg>
    </pc:docChg>
  </pc:docChgLst>
  <pc:docChgLst>
    <pc:chgData name="Jenny Tecl" userId="PZtEs87UVmh0wFUmr4dqtmRXTe/z8J/rD9QEAgQsd9A=" providerId="None" clId="Web-{F9ABECF8-7D6F-4611-8BCA-0A7F02BA3FC3}"/>
    <pc:docChg chg="modSld">
      <pc:chgData name="Jenny Tecl" userId="PZtEs87UVmh0wFUmr4dqtmRXTe/z8J/rD9QEAgQsd9A=" providerId="None" clId="Web-{F9ABECF8-7D6F-4611-8BCA-0A7F02BA3FC3}" dt="2023-05-04T23:38:27.921" v="4"/>
      <pc:docMkLst>
        <pc:docMk/>
      </pc:docMkLst>
      <pc:sldChg chg="addSp delSp modSp">
        <pc:chgData name="Jenny Tecl" userId="PZtEs87UVmh0wFUmr4dqtmRXTe/z8J/rD9QEAgQsd9A=" providerId="None" clId="Web-{F9ABECF8-7D6F-4611-8BCA-0A7F02BA3FC3}" dt="2023-05-04T23:38:27.921" v="4"/>
        <pc:sldMkLst>
          <pc:docMk/>
          <pc:sldMk cId="2653619423" sldId="2147473316"/>
        </pc:sldMkLst>
        <pc:spChg chg="add del mod">
          <ac:chgData name="Jenny Tecl" userId="PZtEs87UVmh0wFUmr4dqtmRXTe/z8J/rD9QEAgQsd9A=" providerId="None" clId="Web-{F9ABECF8-7D6F-4611-8BCA-0A7F02BA3FC3}" dt="2023-05-04T23:38:27.921" v="4"/>
          <ac:spMkLst>
            <pc:docMk/>
            <pc:sldMk cId="2653619423" sldId="2147473316"/>
            <ac:spMk id="17" creationId="{CE8A69A9-DC55-5CC6-DCEB-B398F895BF53}"/>
          </ac:spMkLst>
        </pc:spChg>
      </pc:sldChg>
    </pc:docChg>
  </pc:docChgLst>
  <pc:docChgLst>
    <pc:chgData name="Adithya Avala" userId="r3LahUUjZLZt+R0X5Q8vAvnj8xkM1v5fKTcLWVZMmAc=" providerId="None" clId="Web-{80F3343C-313C-4D20-8A9C-B65DC8695A74}"/>
    <pc:docChg chg="modSld">
      <pc:chgData name="Adithya Avala" userId="r3LahUUjZLZt+R0X5Q8vAvnj8xkM1v5fKTcLWVZMmAc=" providerId="None" clId="Web-{80F3343C-313C-4D20-8A9C-B65DC8695A74}" dt="2023-05-02T20:32:37.327" v="2" actId="20577"/>
      <pc:docMkLst>
        <pc:docMk/>
      </pc:docMkLst>
      <pc:sldChg chg="modSp">
        <pc:chgData name="Adithya Avala" userId="r3LahUUjZLZt+R0X5Q8vAvnj8xkM1v5fKTcLWVZMmAc=" providerId="None" clId="Web-{80F3343C-313C-4D20-8A9C-B65DC8695A74}" dt="2023-05-02T20:32:37.327" v="2" actId="20577"/>
        <pc:sldMkLst>
          <pc:docMk/>
          <pc:sldMk cId="1817300342" sldId="2147473307"/>
        </pc:sldMkLst>
        <pc:spChg chg="mod">
          <ac:chgData name="Adithya Avala" userId="r3LahUUjZLZt+R0X5Q8vAvnj8xkM1v5fKTcLWVZMmAc=" providerId="None" clId="Web-{80F3343C-313C-4D20-8A9C-B65DC8695A74}" dt="2023-05-02T20:32:37.327" v="2" actId="20577"/>
          <ac:spMkLst>
            <pc:docMk/>
            <pc:sldMk cId="1817300342" sldId="2147473307"/>
            <ac:spMk id="16" creationId="{FD746F90-8511-8A93-0A94-315C31088E19}"/>
          </ac:spMkLst>
        </pc:spChg>
      </pc:sldChg>
    </pc:docChg>
  </pc:docChgLst>
  <pc:docChgLst>
    <pc:chgData name="Jenny Tecl" userId="PZtEs87UVmh0wFUmr4dqtmRXTe/z8J/rD9QEAgQsd9A=" providerId="None" clId="Web-{7BABC02C-D4C2-4E7B-BCBD-697F265BC7CC}"/>
    <pc:docChg chg="addSld delSld">
      <pc:chgData name="Jenny Tecl" userId="PZtEs87UVmh0wFUmr4dqtmRXTe/z8J/rD9QEAgQsd9A=" providerId="None" clId="Web-{7BABC02C-D4C2-4E7B-BCBD-697F265BC7CC}" dt="2023-05-04T23:22:50.407" v="9"/>
      <pc:docMkLst>
        <pc:docMk/>
      </pc:docMkLst>
      <pc:sldChg chg="del">
        <pc:chgData name="Jenny Tecl" userId="PZtEs87UVmh0wFUmr4dqtmRXTe/z8J/rD9QEAgQsd9A=" providerId="None" clId="Web-{7BABC02C-D4C2-4E7B-BCBD-697F265BC7CC}" dt="2023-05-04T23:22:39.751" v="5"/>
        <pc:sldMkLst>
          <pc:docMk/>
          <pc:sldMk cId="1239505466" sldId="2147473304"/>
        </pc:sldMkLst>
      </pc:sldChg>
      <pc:sldChg chg="del">
        <pc:chgData name="Jenny Tecl" userId="PZtEs87UVmh0wFUmr4dqtmRXTe/z8J/rD9QEAgQsd9A=" providerId="None" clId="Web-{7BABC02C-D4C2-4E7B-BCBD-697F265BC7CC}" dt="2023-05-04T23:22:50.391" v="8"/>
        <pc:sldMkLst>
          <pc:docMk/>
          <pc:sldMk cId="3254584431" sldId="2147473306"/>
        </pc:sldMkLst>
      </pc:sldChg>
      <pc:sldChg chg="del">
        <pc:chgData name="Jenny Tecl" userId="PZtEs87UVmh0wFUmr4dqtmRXTe/z8J/rD9QEAgQsd9A=" providerId="None" clId="Web-{7BABC02C-D4C2-4E7B-BCBD-697F265BC7CC}" dt="2023-05-04T23:22:50.407" v="9"/>
        <pc:sldMkLst>
          <pc:docMk/>
          <pc:sldMk cId="1817300342" sldId="2147473307"/>
        </pc:sldMkLst>
      </pc:sldChg>
      <pc:sldChg chg="del">
        <pc:chgData name="Jenny Tecl" userId="PZtEs87UVmh0wFUmr4dqtmRXTe/z8J/rD9QEAgQsd9A=" providerId="None" clId="Web-{7BABC02C-D4C2-4E7B-BCBD-697F265BC7CC}" dt="2023-05-04T23:22:50.376" v="6"/>
        <pc:sldMkLst>
          <pc:docMk/>
          <pc:sldMk cId="3105981265" sldId="2147473310"/>
        </pc:sldMkLst>
      </pc:sldChg>
      <pc:sldChg chg="del">
        <pc:chgData name="Jenny Tecl" userId="PZtEs87UVmh0wFUmr4dqtmRXTe/z8J/rD9QEAgQsd9A=" providerId="None" clId="Web-{7BABC02C-D4C2-4E7B-BCBD-697F265BC7CC}" dt="2023-05-04T23:22:50.391" v="7"/>
        <pc:sldMkLst>
          <pc:docMk/>
          <pc:sldMk cId="1658266251" sldId="2147473311"/>
        </pc:sldMkLst>
      </pc:sldChg>
      <pc:sldChg chg="add">
        <pc:chgData name="Jenny Tecl" userId="PZtEs87UVmh0wFUmr4dqtmRXTe/z8J/rD9QEAgQsd9A=" providerId="None" clId="Web-{7BABC02C-D4C2-4E7B-BCBD-697F265BC7CC}" dt="2023-05-04T23:22:33.251" v="0"/>
        <pc:sldMkLst>
          <pc:docMk/>
          <pc:sldMk cId="2729574854" sldId="2147473312"/>
        </pc:sldMkLst>
      </pc:sldChg>
      <pc:sldChg chg="add">
        <pc:chgData name="Jenny Tecl" userId="PZtEs87UVmh0wFUmr4dqtmRXTe/z8J/rD9QEAgQsd9A=" providerId="None" clId="Web-{7BABC02C-D4C2-4E7B-BCBD-697F265BC7CC}" dt="2023-05-04T23:22:33.469" v="1"/>
        <pc:sldMkLst>
          <pc:docMk/>
          <pc:sldMk cId="2461644845" sldId="2147473313"/>
        </pc:sldMkLst>
      </pc:sldChg>
      <pc:sldChg chg="add">
        <pc:chgData name="Jenny Tecl" userId="PZtEs87UVmh0wFUmr4dqtmRXTe/z8J/rD9QEAgQsd9A=" providerId="None" clId="Web-{7BABC02C-D4C2-4E7B-BCBD-697F265BC7CC}" dt="2023-05-04T23:22:33.704" v="2"/>
        <pc:sldMkLst>
          <pc:docMk/>
          <pc:sldMk cId="3401836006" sldId="2147473314"/>
        </pc:sldMkLst>
      </pc:sldChg>
      <pc:sldChg chg="add">
        <pc:chgData name="Jenny Tecl" userId="PZtEs87UVmh0wFUmr4dqtmRXTe/z8J/rD9QEAgQsd9A=" providerId="None" clId="Web-{7BABC02C-D4C2-4E7B-BCBD-697F265BC7CC}" dt="2023-05-04T23:22:33.907" v="3"/>
        <pc:sldMkLst>
          <pc:docMk/>
          <pc:sldMk cId="2343414943" sldId="2147473315"/>
        </pc:sldMkLst>
      </pc:sldChg>
      <pc:sldChg chg="add">
        <pc:chgData name="Jenny Tecl" userId="PZtEs87UVmh0wFUmr4dqtmRXTe/z8J/rD9QEAgQsd9A=" providerId="None" clId="Web-{7BABC02C-D4C2-4E7B-BCBD-697F265BC7CC}" dt="2023-05-04T23:22:34.204" v="4"/>
        <pc:sldMkLst>
          <pc:docMk/>
          <pc:sldMk cId="2653619423" sldId="2147473316"/>
        </pc:sldMkLst>
      </pc:sldChg>
    </pc:docChg>
  </pc:docChgLst>
  <pc:docChgLst>
    <pc:chgData name="Holly Vatter" userId="fGRKXp4eQ7HF2grVdXaPupURECnJ1cDEjVEg/daiYFM=" providerId="None" clId="Web-{4CB59137-C5A0-4A07-ACA5-FC789B84C83D}"/>
    <pc:docChg chg="modSld">
      <pc:chgData name="Holly Vatter" userId="fGRKXp4eQ7HF2grVdXaPupURECnJ1cDEjVEg/daiYFM=" providerId="None" clId="Web-{4CB59137-C5A0-4A07-ACA5-FC789B84C83D}" dt="2023-05-03T16:07:56.240" v="49" actId="20577"/>
      <pc:docMkLst>
        <pc:docMk/>
      </pc:docMkLst>
      <pc:sldChg chg="modSp">
        <pc:chgData name="Holly Vatter" userId="fGRKXp4eQ7HF2grVdXaPupURECnJ1cDEjVEg/daiYFM=" providerId="None" clId="Web-{4CB59137-C5A0-4A07-ACA5-FC789B84C83D}" dt="2023-05-03T16:07:56.240" v="49" actId="20577"/>
        <pc:sldMkLst>
          <pc:docMk/>
          <pc:sldMk cId="1728263820" sldId="2147473308"/>
        </pc:sldMkLst>
        <pc:spChg chg="mod">
          <ac:chgData name="Holly Vatter" userId="fGRKXp4eQ7HF2grVdXaPupURECnJ1cDEjVEg/daiYFM=" providerId="None" clId="Web-{4CB59137-C5A0-4A07-ACA5-FC789B84C83D}" dt="2023-05-03T16:07:56.240" v="49" actId="20577"/>
          <ac:spMkLst>
            <pc:docMk/>
            <pc:sldMk cId="1728263820" sldId="2147473308"/>
            <ac:spMk id="9" creationId="{C28FA85F-834D-6F96-3719-1C5B9CF91E49}"/>
          </ac:spMkLst>
        </pc:spChg>
      </pc:sldChg>
    </pc:docChg>
  </pc:docChgLst>
  <pc:docChgLst>
    <pc:chgData name="Adithya Avala" userId="r3LahUUjZLZt+R0X5Q8vAvnj8xkM1v5fKTcLWVZMmAc=" providerId="None" clId="Web-{D8CE5F37-F909-48D8-8DBC-ECCCB3910349}"/>
    <pc:docChg chg="modSld">
      <pc:chgData name="Adithya Avala" userId="r3LahUUjZLZt+R0X5Q8vAvnj8xkM1v5fKTcLWVZMmAc=" providerId="None" clId="Web-{D8CE5F37-F909-48D8-8DBC-ECCCB3910349}" dt="2023-05-02T20:08:21.357" v="50" actId="20577"/>
      <pc:docMkLst>
        <pc:docMk/>
      </pc:docMkLst>
      <pc:sldChg chg="modSp">
        <pc:chgData name="Adithya Avala" userId="r3LahUUjZLZt+R0X5Q8vAvnj8xkM1v5fKTcLWVZMmAc=" providerId="None" clId="Web-{D8CE5F37-F909-48D8-8DBC-ECCCB3910349}" dt="2023-05-02T20:08:21.357" v="50" actId="20577"/>
        <pc:sldMkLst>
          <pc:docMk/>
          <pc:sldMk cId="1817300342" sldId="2147473307"/>
        </pc:sldMkLst>
        <pc:spChg chg="mod">
          <ac:chgData name="Adithya Avala" userId="r3LahUUjZLZt+R0X5Q8vAvnj8xkM1v5fKTcLWVZMmAc=" providerId="None" clId="Web-{D8CE5F37-F909-48D8-8DBC-ECCCB3910349}" dt="2023-05-02T20:08:21.357" v="50" actId="20577"/>
          <ac:spMkLst>
            <pc:docMk/>
            <pc:sldMk cId="1817300342" sldId="2147473307"/>
            <ac:spMk id="16" creationId="{FD746F90-8511-8A93-0A94-315C31088E19}"/>
          </ac:spMkLst>
        </pc:spChg>
        <pc:spChg chg="mod">
          <ac:chgData name="Adithya Avala" userId="r3LahUUjZLZt+R0X5Q8vAvnj8xkM1v5fKTcLWVZMmAc=" providerId="None" clId="Web-{D8CE5F37-F909-48D8-8DBC-ECCCB3910349}" dt="2023-05-02T20:07:24.497" v="15" actId="20577"/>
          <ac:spMkLst>
            <pc:docMk/>
            <pc:sldMk cId="1817300342" sldId="2147473307"/>
            <ac:spMk id="27" creationId="{B364D59B-5646-D62F-5775-A0F3A65ED08F}"/>
          </ac:spMkLst>
        </pc:spChg>
      </pc:sldChg>
    </pc:docChg>
  </pc:docChgLst>
  <pc:docChgLst>
    <pc:chgData name="Holly Vatter" userId="fGRKXp4eQ7HF2grVdXaPupURECnJ1cDEjVEg/daiYFM=" providerId="None" clId="Web-{CD8F04D0-7842-492C-9524-97A2D055E9B7}"/>
    <pc:docChg chg="modSld">
      <pc:chgData name="Holly Vatter" userId="fGRKXp4eQ7HF2grVdXaPupURECnJ1cDEjVEg/daiYFM=" providerId="None" clId="Web-{CD8F04D0-7842-492C-9524-97A2D055E9B7}" dt="2023-05-03T16:43:27.662" v="1193" actId="20577"/>
      <pc:docMkLst>
        <pc:docMk/>
      </pc:docMkLst>
      <pc:sldChg chg="addSp delSp modSp">
        <pc:chgData name="Holly Vatter" userId="fGRKXp4eQ7HF2grVdXaPupURECnJ1cDEjVEg/daiYFM=" providerId="None" clId="Web-{CD8F04D0-7842-492C-9524-97A2D055E9B7}" dt="2023-05-03T16:43:27.662" v="1193" actId="20577"/>
        <pc:sldMkLst>
          <pc:docMk/>
          <pc:sldMk cId="1728263820" sldId="2147473308"/>
        </pc:sldMkLst>
        <pc:spChg chg="mod">
          <ac:chgData name="Holly Vatter" userId="fGRKXp4eQ7HF2grVdXaPupURECnJ1cDEjVEg/daiYFM=" providerId="None" clId="Web-{CD8F04D0-7842-492C-9524-97A2D055E9B7}" dt="2023-05-03T16:40:39.566" v="1156" actId="20577"/>
          <ac:spMkLst>
            <pc:docMk/>
            <pc:sldMk cId="1728263820" sldId="2147473308"/>
            <ac:spMk id="4" creationId="{F63C9AA6-1500-640B-8BC7-164582EF11B3}"/>
          </ac:spMkLst>
        </pc:spChg>
        <pc:spChg chg="mod">
          <ac:chgData name="Holly Vatter" userId="fGRKXp4eQ7HF2grVdXaPupURECnJ1cDEjVEg/daiYFM=" providerId="None" clId="Web-{CD8F04D0-7842-492C-9524-97A2D055E9B7}" dt="2023-05-03T16:10:20.952" v="60" actId="20577"/>
          <ac:spMkLst>
            <pc:docMk/>
            <pc:sldMk cId="1728263820" sldId="2147473308"/>
            <ac:spMk id="9" creationId="{C28FA85F-834D-6F96-3719-1C5B9CF91E49}"/>
          </ac:spMkLst>
        </pc:spChg>
        <pc:spChg chg="add mod">
          <ac:chgData name="Holly Vatter" userId="fGRKXp4eQ7HF2grVdXaPupURECnJ1cDEjVEg/daiYFM=" providerId="None" clId="Web-{CD8F04D0-7842-492C-9524-97A2D055E9B7}" dt="2023-05-03T16:41:51.099" v="1172" actId="20577"/>
          <ac:spMkLst>
            <pc:docMk/>
            <pc:sldMk cId="1728263820" sldId="2147473308"/>
            <ac:spMk id="10" creationId="{94C74EE3-6AF9-BA38-C26C-4A3789A9A003}"/>
          </ac:spMkLst>
        </pc:spChg>
        <pc:spChg chg="del mod">
          <ac:chgData name="Holly Vatter" userId="fGRKXp4eQ7HF2grVdXaPupURECnJ1cDEjVEg/daiYFM=" providerId="None" clId="Web-{CD8F04D0-7842-492C-9524-97A2D055E9B7}" dt="2023-05-03T16:21:49.507" v="505"/>
          <ac:spMkLst>
            <pc:docMk/>
            <pc:sldMk cId="1728263820" sldId="2147473308"/>
            <ac:spMk id="16" creationId="{FD746F90-8511-8A93-0A94-315C31088E19}"/>
          </ac:spMkLst>
        </pc:spChg>
        <pc:spChg chg="mod">
          <ac:chgData name="Holly Vatter" userId="fGRKXp4eQ7HF2grVdXaPupURECnJ1cDEjVEg/daiYFM=" providerId="None" clId="Web-{CD8F04D0-7842-492C-9524-97A2D055E9B7}" dt="2023-05-03T16:43:27.662" v="1193" actId="20577"/>
          <ac:spMkLst>
            <pc:docMk/>
            <pc:sldMk cId="1728263820" sldId="2147473308"/>
            <ac:spMk id="17" creationId="{CE8A69A9-DC55-5CC6-DCEB-B398F895BF53}"/>
          </ac:spMkLst>
        </pc:spChg>
        <pc:spChg chg="mod">
          <ac:chgData name="Holly Vatter" userId="fGRKXp4eQ7HF2grVdXaPupURECnJ1cDEjVEg/daiYFM=" providerId="None" clId="Web-{CD8F04D0-7842-492C-9524-97A2D055E9B7}" dt="2023-05-03T16:22:02.897" v="507" actId="1076"/>
          <ac:spMkLst>
            <pc:docMk/>
            <pc:sldMk cId="1728263820" sldId="2147473308"/>
            <ac:spMk id="18" creationId="{58FD3FE1-ED56-CADF-DC81-8BFF5E9EADCC}"/>
          </ac:spMkLst>
        </pc:spChg>
        <pc:spChg chg="mod">
          <ac:chgData name="Holly Vatter" userId="fGRKXp4eQ7HF2grVdXaPupURECnJ1cDEjVEg/daiYFM=" providerId="None" clId="Web-{CD8F04D0-7842-492C-9524-97A2D055E9B7}" dt="2023-05-03T16:09:59.561" v="57" actId="1076"/>
          <ac:spMkLst>
            <pc:docMk/>
            <pc:sldMk cId="1728263820" sldId="2147473308"/>
            <ac:spMk id="25" creationId="{F0A9DA97-AFDF-7D6B-D1A6-9EB2A364B02C}"/>
          </ac:spMkLst>
        </pc:spChg>
        <pc:spChg chg="mod">
          <ac:chgData name="Holly Vatter" userId="fGRKXp4eQ7HF2grVdXaPupURECnJ1cDEjVEg/daiYFM=" providerId="None" clId="Web-{CD8F04D0-7842-492C-9524-97A2D055E9B7}" dt="2023-05-03T16:18:26.879" v="490" actId="20577"/>
          <ac:spMkLst>
            <pc:docMk/>
            <pc:sldMk cId="1728263820" sldId="2147473308"/>
            <ac:spMk id="28" creationId="{C313B600-30E7-2E43-5FD8-747EDD4A7D1A}"/>
          </ac:spMkLst>
        </pc:spChg>
        <pc:spChg chg="mod">
          <ac:chgData name="Holly Vatter" userId="fGRKXp4eQ7HF2grVdXaPupURECnJ1cDEjVEg/daiYFM=" providerId="None" clId="Web-{CD8F04D0-7842-492C-9524-97A2D055E9B7}" dt="2023-05-03T16:38:59.050" v="1124" actId="1076"/>
          <ac:spMkLst>
            <pc:docMk/>
            <pc:sldMk cId="1728263820" sldId="2147473308"/>
            <ac:spMk id="29" creationId="{37758286-822E-75E8-C40D-725F5822D28E}"/>
          </ac:spMkLst>
        </pc:spChg>
        <pc:spChg chg="mod">
          <ac:chgData name="Holly Vatter" userId="fGRKXp4eQ7HF2grVdXaPupURECnJ1cDEjVEg/daiYFM=" providerId="None" clId="Web-{CD8F04D0-7842-492C-9524-97A2D055E9B7}" dt="2023-05-03T16:43:12.521" v="1189" actId="20577"/>
          <ac:spMkLst>
            <pc:docMk/>
            <pc:sldMk cId="1728263820" sldId="2147473308"/>
            <ac:spMk id="30" creationId="{216EAE3E-1B21-3F42-D550-103A7C29E7DC}"/>
          </ac:spMkLst>
        </pc:spChg>
      </pc:sldChg>
    </pc:docChg>
  </pc:docChgLst>
  <pc:docChgLst>
    <pc:chgData name="Jenny Tecl" userId="PZtEs87UVmh0wFUmr4dqtmRXTe/z8J/rD9QEAgQsd9A=" providerId="None" clId="Web-{3391F6C8-BB2D-43D1-BA2B-829059D4EE0D}"/>
    <pc:docChg chg="addSld delSld modSld sldOrd">
      <pc:chgData name="Jenny Tecl" userId="PZtEs87UVmh0wFUmr4dqtmRXTe/z8J/rD9QEAgQsd9A=" providerId="None" clId="Web-{3391F6C8-BB2D-43D1-BA2B-829059D4EE0D}" dt="2023-05-04T20:52:48.816" v="24" actId="20577"/>
      <pc:docMkLst>
        <pc:docMk/>
      </pc:docMkLst>
      <pc:sldChg chg="modSp ord">
        <pc:chgData name="Jenny Tecl" userId="PZtEs87UVmh0wFUmr4dqtmRXTe/z8J/rD9QEAgQsd9A=" providerId="None" clId="Web-{3391F6C8-BB2D-43D1-BA2B-829059D4EE0D}" dt="2023-05-04T20:51:59.894" v="11" actId="20577"/>
        <pc:sldMkLst>
          <pc:docMk/>
          <pc:sldMk cId="3254584431" sldId="2147473306"/>
        </pc:sldMkLst>
        <pc:spChg chg="mod">
          <ac:chgData name="Jenny Tecl" userId="PZtEs87UVmh0wFUmr4dqtmRXTe/z8J/rD9QEAgQsd9A=" providerId="None" clId="Web-{3391F6C8-BB2D-43D1-BA2B-829059D4EE0D}" dt="2023-05-04T20:51:59.894" v="11" actId="20577"/>
          <ac:spMkLst>
            <pc:docMk/>
            <pc:sldMk cId="3254584431" sldId="2147473306"/>
            <ac:spMk id="9" creationId="{C28FA85F-834D-6F96-3719-1C5B9CF91E49}"/>
          </ac:spMkLst>
        </pc:spChg>
      </pc:sldChg>
      <pc:sldChg chg="del">
        <pc:chgData name="Jenny Tecl" userId="PZtEs87UVmh0wFUmr4dqtmRXTe/z8J/rD9QEAgQsd9A=" providerId="None" clId="Web-{3391F6C8-BB2D-43D1-BA2B-829059D4EE0D}" dt="2023-05-04T20:50:58.971" v="3"/>
        <pc:sldMkLst>
          <pc:docMk/>
          <pc:sldMk cId="1817300342" sldId="2147473307"/>
        </pc:sldMkLst>
      </pc:sldChg>
      <pc:sldChg chg="del">
        <pc:chgData name="Jenny Tecl" userId="PZtEs87UVmh0wFUmr4dqtmRXTe/z8J/rD9QEAgQsd9A=" providerId="None" clId="Web-{3391F6C8-BB2D-43D1-BA2B-829059D4EE0D}" dt="2023-05-04T20:51:37.878" v="8"/>
        <pc:sldMkLst>
          <pc:docMk/>
          <pc:sldMk cId="1728263820" sldId="2147473308"/>
        </pc:sldMkLst>
      </pc:sldChg>
      <pc:sldChg chg="modSp add ord">
        <pc:chgData name="Jenny Tecl" userId="PZtEs87UVmh0wFUmr4dqtmRXTe/z8J/rD9QEAgQsd9A=" providerId="None" clId="Web-{3391F6C8-BB2D-43D1-BA2B-829059D4EE0D}" dt="2023-05-04T20:52:48.816" v="24" actId="20577"/>
        <pc:sldMkLst>
          <pc:docMk/>
          <pc:sldMk cId="1658266251" sldId="2147473311"/>
        </pc:sldMkLst>
        <pc:spChg chg="mod">
          <ac:chgData name="Jenny Tecl" userId="PZtEs87UVmh0wFUmr4dqtmRXTe/z8J/rD9QEAgQsd9A=" providerId="None" clId="Web-{3391F6C8-BB2D-43D1-BA2B-829059D4EE0D}" dt="2023-05-04T20:52:48.816" v="24" actId="20577"/>
          <ac:spMkLst>
            <pc:docMk/>
            <pc:sldMk cId="1658266251" sldId="2147473311"/>
            <ac:spMk id="17" creationId="{CE8A69A9-DC55-5CC6-DCEB-B398F895BF53}"/>
          </ac:spMkLst>
        </pc:spChg>
        <pc:spChg chg="mod">
          <ac:chgData name="Jenny Tecl" userId="PZtEs87UVmh0wFUmr4dqtmRXTe/z8J/rD9QEAgQsd9A=" providerId="None" clId="Web-{3391F6C8-BB2D-43D1-BA2B-829059D4EE0D}" dt="2023-05-04T20:52:09.941" v="13" actId="20577"/>
          <ac:spMkLst>
            <pc:docMk/>
            <pc:sldMk cId="1658266251" sldId="2147473311"/>
            <ac:spMk id="30" creationId="{216EAE3E-1B21-3F42-D550-103A7C29E7DC}"/>
          </ac:spMkLst>
        </pc:spChg>
      </pc:sldChg>
      <pc:sldChg chg="modSp add ord">
        <pc:chgData name="Jenny Tecl" userId="PZtEs87UVmh0wFUmr4dqtmRXTe/z8J/rD9QEAgQsd9A=" providerId="None" clId="Web-{3391F6C8-BB2D-43D1-BA2B-829059D4EE0D}" dt="2023-05-04T20:51:32.612" v="7" actId="20577"/>
        <pc:sldMkLst>
          <pc:docMk/>
          <pc:sldMk cId="2939442727" sldId="2147473312"/>
        </pc:sldMkLst>
        <pc:spChg chg="mod">
          <ac:chgData name="Jenny Tecl" userId="PZtEs87UVmh0wFUmr4dqtmRXTe/z8J/rD9QEAgQsd9A=" providerId="None" clId="Web-{3391F6C8-BB2D-43D1-BA2B-829059D4EE0D}" dt="2023-05-04T20:51:32.612" v="7" actId="20577"/>
          <ac:spMkLst>
            <pc:docMk/>
            <pc:sldMk cId="2939442727" sldId="2147473312"/>
            <ac:spMk id="30" creationId="{216EAE3E-1B21-3F42-D550-103A7C29E7DC}"/>
          </ac:spMkLst>
        </pc:spChg>
      </pc:sldChg>
      <pc:sldChg chg="add">
        <pc:chgData name="Jenny Tecl" userId="PZtEs87UVmh0wFUmr4dqtmRXTe/z8J/rD9QEAgQsd9A=" providerId="None" clId="Web-{3391F6C8-BB2D-43D1-BA2B-829059D4EE0D}" dt="2023-05-04T20:50:51.267" v="2"/>
        <pc:sldMkLst>
          <pc:docMk/>
          <pc:sldMk cId="626729140" sldId="2147473313"/>
        </pc:sldMkLst>
      </pc:sldChg>
    </pc:docChg>
  </pc:docChgLst>
  <pc:docChgLst>
    <pc:chgData name="Holly Vatter" userId="fGRKXp4eQ7HF2grVdXaPupURECnJ1cDEjVEg/daiYFM=" providerId="None" clId="Web-{EC36BD45-447D-488C-A7A8-7EAF70E1CF4F}"/>
    <pc:docChg chg="modSld">
      <pc:chgData name="Holly Vatter" userId="fGRKXp4eQ7HF2grVdXaPupURECnJ1cDEjVEg/daiYFM=" providerId="None" clId="Web-{EC36BD45-447D-488C-A7A8-7EAF70E1CF4F}" dt="2023-05-03T16:05:41.598" v="73" actId="20577"/>
      <pc:docMkLst>
        <pc:docMk/>
      </pc:docMkLst>
      <pc:sldChg chg="modSp">
        <pc:chgData name="Holly Vatter" userId="fGRKXp4eQ7HF2grVdXaPupURECnJ1cDEjVEg/daiYFM=" providerId="None" clId="Web-{EC36BD45-447D-488C-A7A8-7EAF70E1CF4F}" dt="2023-05-03T16:05:41.598" v="73" actId="20577"/>
        <pc:sldMkLst>
          <pc:docMk/>
          <pc:sldMk cId="1728263820" sldId="2147473308"/>
        </pc:sldMkLst>
        <pc:spChg chg="mod">
          <ac:chgData name="Holly Vatter" userId="fGRKXp4eQ7HF2grVdXaPupURECnJ1cDEjVEg/daiYFM=" providerId="None" clId="Web-{EC36BD45-447D-488C-A7A8-7EAF70E1CF4F}" dt="2023-05-03T16:04:15.566" v="34" actId="20577"/>
          <ac:spMkLst>
            <pc:docMk/>
            <pc:sldMk cId="1728263820" sldId="2147473308"/>
            <ac:spMk id="4" creationId="{F63C9AA6-1500-640B-8BC7-164582EF11B3}"/>
          </ac:spMkLst>
        </pc:spChg>
        <pc:spChg chg="mod">
          <ac:chgData name="Holly Vatter" userId="fGRKXp4eQ7HF2grVdXaPupURECnJ1cDEjVEg/daiYFM=" providerId="None" clId="Web-{EC36BD45-447D-488C-A7A8-7EAF70E1CF4F}" dt="2023-05-03T16:04:42.238" v="65" actId="14100"/>
          <ac:spMkLst>
            <pc:docMk/>
            <pc:sldMk cId="1728263820" sldId="2147473308"/>
            <ac:spMk id="9" creationId="{C28FA85F-834D-6F96-3719-1C5B9CF91E49}"/>
          </ac:spMkLst>
        </pc:spChg>
        <pc:spChg chg="mod">
          <ac:chgData name="Holly Vatter" userId="fGRKXp4eQ7HF2grVdXaPupURECnJ1cDEjVEg/daiYFM=" providerId="None" clId="Web-{EC36BD45-447D-488C-A7A8-7EAF70E1CF4F}" dt="2023-05-03T16:05:41.598" v="73" actId="20577"/>
          <ac:spMkLst>
            <pc:docMk/>
            <pc:sldMk cId="1728263820" sldId="2147473308"/>
            <ac:spMk id="25" creationId="{F0A9DA97-AFDF-7D6B-D1A6-9EB2A364B02C}"/>
          </ac:spMkLst>
        </pc:spChg>
        <pc:spChg chg="mod">
          <ac:chgData name="Holly Vatter" userId="fGRKXp4eQ7HF2grVdXaPupURECnJ1cDEjVEg/daiYFM=" providerId="None" clId="Web-{EC36BD45-447D-488C-A7A8-7EAF70E1CF4F}" dt="2023-05-03T16:03:18.315" v="21" actId="20577"/>
          <ac:spMkLst>
            <pc:docMk/>
            <pc:sldMk cId="1728263820" sldId="2147473308"/>
            <ac:spMk id="30" creationId="{216EAE3E-1B21-3F42-D550-103A7C29E7DC}"/>
          </ac:spMkLst>
        </pc:spChg>
        <pc:picChg chg="mod">
          <ac:chgData name="Holly Vatter" userId="fGRKXp4eQ7HF2grVdXaPupURECnJ1cDEjVEg/daiYFM=" providerId="None" clId="Web-{EC36BD45-447D-488C-A7A8-7EAF70E1CF4F}" dt="2023-05-03T16:05:06.129" v="69" actId="1076"/>
          <ac:picMkLst>
            <pc:docMk/>
            <pc:sldMk cId="1728263820" sldId="2147473308"/>
            <ac:picMk id="22" creationId="{514C5E1A-0EC3-CD36-087C-CFA21B4A38CB}"/>
          </ac:picMkLst>
        </pc:picChg>
        <pc:picChg chg="mod">
          <ac:chgData name="Holly Vatter" userId="fGRKXp4eQ7HF2grVdXaPupURECnJ1cDEjVEg/daiYFM=" providerId="None" clId="Web-{EC36BD45-447D-488C-A7A8-7EAF70E1CF4F}" dt="2023-05-03T16:05:09.801" v="70" actId="1076"/>
          <ac:picMkLst>
            <pc:docMk/>
            <pc:sldMk cId="1728263820" sldId="2147473308"/>
            <ac:picMk id="23" creationId="{C3FCC439-9578-B9D1-9A4D-1800FB011A56}"/>
          </ac:picMkLst>
        </pc:picChg>
        <pc:picChg chg="mod">
          <ac:chgData name="Holly Vatter" userId="fGRKXp4eQ7HF2grVdXaPupURECnJ1cDEjVEg/daiYFM=" providerId="None" clId="Web-{EC36BD45-447D-488C-A7A8-7EAF70E1CF4F}" dt="2023-05-03T16:05:12.691" v="71" actId="1076"/>
          <ac:picMkLst>
            <pc:docMk/>
            <pc:sldMk cId="1728263820" sldId="2147473308"/>
            <ac:picMk id="24" creationId="{0229B3D3-4555-B909-AC71-D4DE33412C6B}"/>
          </ac:picMkLst>
        </pc:picChg>
      </pc:sldChg>
    </pc:docChg>
  </pc:docChgLst>
  <pc:docChgLst>
    <pc:chgData name="Edward Calvesbert" userId="TJZTOpkxbAPzWgaDz3g/K1hdldWt6sUgpQVE5RzDK/Y=" providerId="None" clId="Web-{8B19A363-8736-4118-A496-4B2443F3422C}"/>
    <pc:docChg chg="modSld">
      <pc:chgData name="Edward Calvesbert" userId="TJZTOpkxbAPzWgaDz3g/K1hdldWt6sUgpQVE5RzDK/Y=" providerId="None" clId="Web-{8B19A363-8736-4118-A496-4B2443F3422C}" dt="2023-05-05T00:30:42.955" v="260" actId="20577"/>
      <pc:docMkLst>
        <pc:docMk/>
      </pc:docMkLst>
      <pc:sldChg chg="modSp">
        <pc:chgData name="Edward Calvesbert" userId="TJZTOpkxbAPzWgaDz3g/K1hdldWt6sUgpQVE5RzDK/Y=" providerId="None" clId="Web-{8B19A363-8736-4118-A496-4B2443F3422C}" dt="2023-05-05T00:30:42.955" v="260" actId="20577"/>
        <pc:sldMkLst>
          <pc:docMk/>
          <pc:sldMk cId="3401836006" sldId="2147473314"/>
        </pc:sldMkLst>
        <pc:spChg chg="mod">
          <ac:chgData name="Edward Calvesbert" userId="TJZTOpkxbAPzWgaDz3g/K1hdldWt6sUgpQVE5RzDK/Y=" providerId="None" clId="Web-{8B19A363-8736-4118-A496-4B2443F3422C}" dt="2023-05-05T00:22:26.820" v="32" actId="20577"/>
          <ac:spMkLst>
            <pc:docMk/>
            <pc:sldMk cId="3401836006" sldId="2147473314"/>
            <ac:spMk id="17" creationId="{CE8A69A9-DC55-5CC6-DCEB-B398F895BF53}"/>
          </ac:spMkLst>
        </pc:spChg>
        <pc:spChg chg="mod">
          <ac:chgData name="Edward Calvesbert" userId="TJZTOpkxbAPzWgaDz3g/K1hdldWt6sUgpQVE5RzDK/Y=" providerId="None" clId="Web-{8B19A363-8736-4118-A496-4B2443F3422C}" dt="2023-05-05T00:30:42.955" v="260" actId="20577"/>
          <ac:spMkLst>
            <pc:docMk/>
            <pc:sldMk cId="3401836006" sldId="2147473314"/>
            <ac:spMk id="18" creationId="{58FD3FE1-ED56-CADF-DC81-8BFF5E9EADCC}"/>
          </ac:spMkLst>
        </pc:spChg>
      </pc:sldChg>
      <pc:sldChg chg="modSp">
        <pc:chgData name="Edward Calvesbert" userId="TJZTOpkxbAPzWgaDz3g/K1hdldWt6sUgpQVE5RzDK/Y=" providerId="None" clId="Web-{8B19A363-8736-4118-A496-4B2443F3422C}" dt="2023-05-05T00:22:19.132" v="26" actId="20577"/>
        <pc:sldMkLst>
          <pc:docMk/>
          <pc:sldMk cId="2653619423" sldId="2147473316"/>
        </pc:sldMkLst>
        <pc:spChg chg="mod">
          <ac:chgData name="Edward Calvesbert" userId="TJZTOpkxbAPzWgaDz3g/K1hdldWt6sUgpQVE5RzDK/Y=" providerId="None" clId="Web-{8B19A363-8736-4118-A496-4B2443F3422C}" dt="2023-05-05T00:22:19.132" v="26" actId="20577"/>
          <ac:spMkLst>
            <pc:docMk/>
            <pc:sldMk cId="2653619423" sldId="2147473316"/>
            <ac:spMk id="28" creationId="{C313B600-30E7-2E43-5FD8-747EDD4A7D1A}"/>
          </ac:spMkLst>
        </pc:spChg>
      </pc:sldChg>
    </pc:docChg>
  </pc:docChgLst>
  <pc:docChgLst>
    <pc:chgData name="Jenny Tecl" userId="PZtEs87UVmh0wFUmr4dqtmRXTe/z8J/rD9QEAgQsd9A=" providerId="None" clId="Web-{9BED7F80-81A8-4B04-A449-5B0F2F12E8C8}"/>
    <pc:docChg chg="modSld">
      <pc:chgData name="Jenny Tecl" userId="PZtEs87UVmh0wFUmr4dqtmRXTe/z8J/rD9QEAgQsd9A=" providerId="None" clId="Web-{9BED7F80-81A8-4B04-A449-5B0F2F12E8C8}" dt="2023-05-04T20:48:49.009" v="4" actId="20577"/>
      <pc:docMkLst>
        <pc:docMk/>
      </pc:docMkLst>
      <pc:sldChg chg="modSp">
        <pc:chgData name="Jenny Tecl" userId="PZtEs87UVmh0wFUmr4dqtmRXTe/z8J/rD9QEAgQsd9A=" providerId="None" clId="Web-{9BED7F80-81A8-4B04-A449-5B0F2F12E8C8}" dt="2023-05-04T20:48:49.009" v="4" actId="20577"/>
        <pc:sldMkLst>
          <pc:docMk/>
          <pc:sldMk cId="3105981265" sldId="2147473310"/>
        </pc:sldMkLst>
        <pc:spChg chg="mod">
          <ac:chgData name="Jenny Tecl" userId="PZtEs87UVmh0wFUmr4dqtmRXTe/z8J/rD9QEAgQsd9A=" providerId="None" clId="Web-{9BED7F80-81A8-4B04-A449-5B0F2F12E8C8}" dt="2023-05-04T20:48:49.009" v="4" actId="20577"/>
          <ac:spMkLst>
            <pc:docMk/>
            <pc:sldMk cId="3105981265" sldId="2147473310"/>
            <ac:spMk id="18" creationId="{58FD3FE1-ED56-CADF-DC81-8BFF5E9EADCC}"/>
          </ac:spMkLst>
        </pc:spChg>
      </pc:sldChg>
    </pc:docChg>
  </pc:docChgLst>
  <pc:docChgLst>
    <pc:chgData name="Adithya Avala" userId="r3LahUUjZLZt+R0X5Q8vAvnj8xkM1v5fKTcLWVZMmAc=" providerId="None" clId="Web-{03644644-B046-47C0-AE06-7B238153F927}"/>
    <pc:docChg chg="modSld">
      <pc:chgData name="Adithya Avala" userId="r3LahUUjZLZt+R0X5Q8vAvnj8xkM1v5fKTcLWVZMmAc=" providerId="None" clId="Web-{03644644-B046-47C0-AE06-7B238153F927}" dt="2023-05-04T22:40:56.899" v="0" actId="20577"/>
      <pc:docMkLst>
        <pc:docMk/>
      </pc:docMkLst>
      <pc:sldChg chg="modSp">
        <pc:chgData name="Adithya Avala" userId="r3LahUUjZLZt+R0X5Q8vAvnj8xkM1v5fKTcLWVZMmAc=" providerId="None" clId="Web-{03644644-B046-47C0-AE06-7B238153F927}" dt="2023-05-04T22:40:56.899" v="0" actId="20577"/>
        <pc:sldMkLst>
          <pc:docMk/>
          <pc:sldMk cId="1817300342" sldId="2147473307"/>
        </pc:sldMkLst>
        <pc:spChg chg="mod">
          <ac:chgData name="Adithya Avala" userId="r3LahUUjZLZt+R0X5Q8vAvnj8xkM1v5fKTcLWVZMmAc=" providerId="None" clId="Web-{03644644-B046-47C0-AE06-7B238153F927}" dt="2023-05-04T22:40:56.899" v="0" actId="20577"/>
          <ac:spMkLst>
            <pc:docMk/>
            <pc:sldMk cId="1817300342" sldId="2147473307"/>
            <ac:spMk id="30" creationId="{216EAE3E-1B21-3F42-D550-103A7C29E7DC}"/>
          </ac:spMkLst>
        </pc:spChg>
      </pc:sldChg>
    </pc:docChg>
  </pc:docChgLst>
  <pc:docChgLst>
    <pc:chgData name="Edward Calvesbert" userId="TJZTOpkxbAPzWgaDz3g/K1hdldWt6sUgpQVE5RzDK/Y=" providerId="None" clId="Web-{DE5F1A2A-B079-48A2-8BDB-1926DF6A88E7}"/>
    <pc:docChg chg="modSld">
      <pc:chgData name="Edward Calvesbert" userId="TJZTOpkxbAPzWgaDz3g/K1hdldWt6sUgpQVE5RzDK/Y=" providerId="None" clId="Web-{DE5F1A2A-B079-48A2-8BDB-1926DF6A88E7}" dt="2023-05-04T23:10:07.716" v="646" actId="20577"/>
      <pc:docMkLst>
        <pc:docMk/>
      </pc:docMkLst>
      <pc:sldChg chg="addSp modSp">
        <pc:chgData name="Edward Calvesbert" userId="TJZTOpkxbAPzWgaDz3g/K1hdldWt6sUgpQVE5RzDK/Y=" providerId="None" clId="Web-{DE5F1A2A-B079-48A2-8BDB-1926DF6A88E7}" dt="2023-05-04T23:10:07.716" v="646" actId="20577"/>
        <pc:sldMkLst>
          <pc:docMk/>
          <pc:sldMk cId="3254584431" sldId="2147473306"/>
        </pc:sldMkLst>
        <pc:spChg chg="mod">
          <ac:chgData name="Edward Calvesbert" userId="TJZTOpkxbAPzWgaDz3g/K1hdldWt6sUgpQVE5RzDK/Y=" providerId="None" clId="Web-{DE5F1A2A-B079-48A2-8BDB-1926DF6A88E7}" dt="2023-05-04T23:06:37.104" v="564" actId="20577"/>
          <ac:spMkLst>
            <pc:docMk/>
            <pc:sldMk cId="3254584431" sldId="2147473306"/>
            <ac:spMk id="4" creationId="{F63C9AA6-1500-640B-8BC7-164582EF11B3}"/>
          </ac:spMkLst>
        </pc:spChg>
        <pc:spChg chg="add mod">
          <ac:chgData name="Edward Calvesbert" userId="TJZTOpkxbAPzWgaDz3g/K1hdldWt6sUgpQVE5RzDK/Y=" providerId="None" clId="Web-{DE5F1A2A-B079-48A2-8BDB-1926DF6A88E7}" dt="2023-05-04T19:27:11.979" v="82" actId="1076"/>
          <ac:spMkLst>
            <pc:docMk/>
            <pc:sldMk cId="3254584431" sldId="2147473306"/>
            <ac:spMk id="10" creationId="{22FF11E3-633D-E552-7E91-A4F59C32D727}"/>
          </ac:spMkLst>
        </pc:spChg>
        <pc:spChg chg="mod">
          <ac:chgData name="Edward Calvesbert" userId="TJZTOpkxbAPzWgaDz3g/K1hdldWt6sUgpQVE5RzDK/Y=" providerId="None" clId="Web-{DE5F1A2A-B079-48A2-8BDB-1926DF6A88E7}" dt="2023-05-04T21:26:38.411" v="399" actId="20577"/>
          <ac:spMkLst>
            <pc:docMk/>
            <pc:sldMk cId="3254584431" sldId="2147473306"/>
            <ac:spMk id="16" creationId="{FD746F90-8511-8A93-0A94-315C31088E19}"/>
          </ac:spMkLst>
        </pc:spChg>
        <pc:spChg chg="mod">
          <ac:chgData name="Edward Calvesbert" userId="TJZTOpkxbAPzWgaDz3g/K1hdldWt6sUgpQVE5RzDK/Y=" providerId="None" clId="Web-{DE5F1A2A-B079-48A2-8BDB-1926DF6A88E7}" dt="2023-05-04T23:10:07.716" v="646" actId="20577"/>
          <ac:spMkLst>
            <pc:docMk/>
            <pc:sldMk cId="3254584431" sldId="2147473306"/>
            <ac:spMk id="17" creationId="{CE8A69A9-DC55-5CC6-DCEB-B398F895BF53}"/>
          </ac:spMkLst>
        </pc:spChg>
        <pc:spChg chg="mod">
          <ac:chgData name="Edward Calvesbert" userId="TJZTOpkxbAPzWgaDz3g/K1hdldWt6sUgpQVE5RzDK/Y=" providerId="None" clId="Web-{DE5F1A2A-B079-48A2-8BDB-1926DF6A88E7}" dt="2023-05-04T18:32:16.010" v="5" actId="20577"/>
          <ac:spMkLst>
            <pc:docMk/>
            <pc:sldMk cId="3254584431" sldId="2147473306"/>
            <ac:spMk id="18" creationId="{58FD3FE1-ED56-CADF-DC81-8BFF5E9EADCC}"/>
          </ac:spMkLst>
        </pc:spChg>
        <pc:spChg chg="mod">
          <ac:chgData name="Edward Calvesbert" userId="TJZTOpkxbAPzWgaDz3g/K1hdldWt6sUgpQVE5RzDK/Y=" providerId="None" clId="Web-{DE5F1A2A-B079-48A2-8BDB-1926DF6A88E7}" dt="2023-05-04T19:24:33.102" v="70" actId="1076"/>
          <ac:spMkLst>
            <pc:docMk/>
            <pc:sldMk cId="3254584431" sldId="2147473306"/>
            <ac:spMk id="21" creationId="{A3EAFB9E-E6CC-0D12-B649-D8AFBE5F4B1A}"/>
          </ac:spMkLst>
        </pc:spChg>
        <pc:spChg chg="mod">
          <ac:chgData name="Edward Calvesbert" userId="TJZTOpkxbAPzWgaDz3g/K1hdldWt6sUgpQVE5RzDK/Y=" providerId="None" clId="Web-{DE5F1A2A-B079-48A2-8BDB-1926DF6A88E7}" dt="2023-05-04T19:24:44.524" v="72" actId="20577"/>
          <ac:spMkLst>
            <pc:docMk/>
            <pc:sldMk cId="3254584431" sldId="2147473306"/>
            <ac:spMk id="22" creationId="{CE893A04-8115-37C9-C42C-55D708D8D098}"/>
          </ac:spMkLst>
        </pc:spChg>
        <pc:spChg chg="mod">
          <ac:chgData name="Edward Calvesbert" userId="TJZTOpkxbAPzWgaDz3g/K1hdldWt6sUgpQVE5RzDK/Y=" providerId="None" clId="Web-{DE5F1A2A-B079-48A2-8BDB-1926DF6A88E7}" dt="2023-05-04T19:25:51.697" v="77" actId="1076"/>
          <ac:spMkLst>
            <pc:docMk/>
            <pc:sldMk cId="3254584431" sldId="2147473306"/>
            <ac:spMk id="23" creationId="{51F1FE38-B1BF-59F3-67E5-C5A87E6657C0}"/>
          </ac:spMkLst>
        </pc:spChg>
        <pc:spChg chg="mod">
          <ac:chgData name="Edward Calvesbert" userId="TJZTOpkxbAPzWgaDz3g/K1hdldWt6sUgpQVE5RzDK/Y=" providerId="None" clId="Web-{DE5F1A2A-B079-48A2-8BDB-1926DF6A88E7}" dt="2023-05-04T22:59:22.177" v="438" actId="20577"/>
          <ac:spMkLst>
            <pc:docMk/>
            <pc:sldMk cId="3254584431" sldId="2147473306"/>
            <ac:spMk id="27" creationId="{B364D59B-5646-D62F-5775-A0F3A65ED08F}"/>
          </ac:spMkLst>
        </pc:spChg>
        <pc:spChg chg="mod">
          <ac:chgData name="Edward Calvesbert" userId="TJZTOpkxbAPzWgaDz3g/K1hdldWt6sUgpQVE5RzDK/Y=" providerId="None" clId="Web-{DE5F1A2A-B079-48A2-8BDB-1926DF6A88E7}" dt="2023-05-04T21:24:44.425" v="390" actId="20577"/>
          <ac:spMkLst>
            <pc:docMk/>
            <pc:sldMk cId="3254584431" sldId="2147473306"/>
            <ac:spMk id="28" creationId="{C313B600-30E7-2E43-5FD8-747EDD4A7D1A}"/>
          </ac:spMkLst>
        </pc:spChg>
        <pc:picChg chg="mod">
          <ac:chgData name="Edward Calvesbert" userId="TJZTOpkxbAPzWgaDz3g/K1hdldWt6sUgpQVE5RzDK/Y=" providerId="None" clId="Web-{DE5F1A2A-B079-48A2-8BDB-1926DF6A88E7}" dt="2023-05-04T19:24:30.227" v="65" actId="1076"/>
          <ac:picMkLst>
            <pc:docMk/>
            <pc:sldMk cId="3254584431" sldId="2147473306"/>
            <ac:picMk id="15" creationId="{D324BDE8-26A2-4B18-F347-9386056E891A}"/>
          </ac:picMkLst>
        </pc:picChg>
        <pc:picChg chg="mod">
          <ac:chgData name="Edward Calvesbert" userId="TJZTOpkxbAPzWgaDz3g/K1hdldWt6sUgpQVE5RzDK/Y=" providerId="None" clId="Web-{DE5F1A2A-B079-48A2-8BDB-1926DF6A88E7}" dt="2023-05-04T19:24:37.055" v="71" actId="1076"/>
          <ac:picMkLst>
            <pc:docMk/>
            <pc:sldMk cId="3254584431" sldId="2147473306"/>
            <ac:picMk id="19" creationId="{ED6141A9-AE73-A2F8-BD4F-9CD588F2FC45}"/>
          </ac:picMkLst>
        </pc:picChg>
        <pc:picChg chg="mod">
          <ac:chgData name="Edward Calvesbert" userId="TJZTOpkxbAPzWgaDz3g/K1hdldWt6sUgpQVE5RzDK/Y=" providerId="None" clId="Web-{DE5F1A2A-B079-48A2-8BDB-1926DF6A88E7}" dt="2023-05-04T19:25:53.681" v="78" actId="1076"/>
          <ac:picMkLst>
            <pc:docMk/>
            <pc:sldMk cId="3254584431" sldId="2147473306"/>
            <ac:picMk id="20" creationId="{96A6DE87-81B0-7D64-C21D-EF47CCACD7C5}"/>
          </ac:picMkLst>
        </pc:picChg>
      </pc:sldChg>
    </pc:docChg>
  </pc:docChgLst>
  <pc:docChgLst>
    <pc:chgData name="Adithya Avala" userId="r3LahUUjZLZt+R0X5Q8vAvnj8xkM1v5fKTcLWVZMmAc=" providerId="None" clId="Web-{975B0F64-40F0-49D0-938C-16AFD69299AD}"/>
    <pc:docChg chg="modSld">
      <pc:chgData name="Adithya Avala" userId="r3LahUUjZLZt+R0X5Q8vAvnj8xkM1v5fKTcLWVZMmAc=" providerId="None" clId="Web-{975B0F64-40F0-49D0-938C-16AFD69299AD}" dt="2023-05-04T22:51:48.271" v="23" actId="20577"/>
      <pc:docMkLst>
        <pc:docMk/>
      </pc:docMkLst>
      <pc:sldChg chg="modSp">
        <pc:chgData name="Adithya Avala" userId="r3LahUUjZLZt+R0X5Q8vAvnj8xkM1v5fKTcLWVZMmAc=" providerId="None" clId="Web-{975B0F64-40F0-49D0-938C-16AFD69299AD}" dt="2023-05-04T22:51:48.271" v="23" actId="20577"/>
        <pc:sldMkLst>
          <pc:docMk/>
          <pc:sldMk cId="1658266251" sldId="2147473311"/>
        </pc:sldMkLst>
        <pc:spChg chg="mod">
          <ac:chgData name="Adithya Avala" userId="r3LahUUjZLZt+R0X5Q8vAvnj8xkM1v5fKTcLWVZMmAc=" providerId="None" clId="Web-{975B0F64-40F0-49D0-938C-16AFD69299AD}" dt="2023-05-04T22:51:48.271" v="23" actId="20577"/>
          <ac:spMkLst>
            <pc:docMk/>
            <pc:sldMk cId="1658266251" sldId="2147473311"/>
            <ac:spMk id="9" creationId="{C28FA85F-834D-6F96-3719-1C5B9CF91E49}"/>
          </ac:spMkLst>
        </pc:spChg>
        <pc:spChg chg="mod">
          <ac:chgData name="Adithya Avala" userId="r3LahUUjZLZt+R0X5Q8vAvnj8xkM1v5fKTcLWVZMmAc=" providerId="None" clId="Web-{975B0F64-40F0-49D0-938C-16AFD69299AD}" dt="2023-05-04T22:49:32.050" v="22" actId="20577"/>
          <ac:spMkLst>
            <pc:docMk/>
            <pc:sldMk cId="1658266251" sldId="2147473311"/>
            <ac:spMk id="10" creationId="{94C74EE3-6AF9-BA38-C26C-4A3789A9A003}"/>
          </ac:spMkLst>
        </pc:spChg>
        <pc:spChg chg="mod">
          <ac:chgData name="Adithya Avala" userId="r3LahUUjZLZt+R0X5Q8vAvnj8xkM1v5fKTcLWVZMmAc=" providerId="None" clId="Web-{975B0F64-40F0-49D0-938C-16AFD69299AD}" dt="2023-05-04T22:48:26.752" v="7"/>
          <ac:spMkLst>
            <pc:docMk/>
            <pc:sldMk cId="1658266251" sldId="2147473311"/>
            <ac:spMk id="28" creationId="{C313B600-30E7-2E43-5FD8-747EDD4A7D1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219456" y="8705088"/>
            <a:ext cx="338328" cy="228600"/>
          </a:xfrm>
          <a:prstGeom prst="rect">
            <a:avLst/>
          </a:prstGeom>
        </p:spPr>
        <p:txBody>
          <a:bodyPr vert="horz" lIns="0" tIns="0" rIns="0" bIns="0" rtlCol="0" anchor="b"/>
          <a:lstStyle>
            <a:lvl1pPr algn="r">
              <a:defRPr sz="1200"/>
            </a:lvl1pPr>
          </a:lstStyle>
          <a:p>
            <a:pPr algn="l"/>
            <a:fld id="{614B4878-71CB-8F40-B9DD-F26F1F6CA014}" type="slidenum">
              <a:rPr lang="en-US" sz="600" smtClean="0">
                <a:solidFill>
                  <a:schemeClr val="bg1"/>
                </a:solidFill>
                <a:latin typeface="IBM Plex Sans Light" panose="020B0503050203000203" pitchFamily="34" charset="0"/>
                <a:ea typeface="IBM Plex Sans Light" charset="0"/>
                <a:cs typeface="IBM Plex Sans Light" charset="0"/>
              </a:rPr>
              <a:pPr algn="l"/>
              <a:t>‹#›</a:t>
            </a:fld>
            <a:endParaRPr lang="en-US" sz="600" dirty="0">
              <a:solidFill>
                <a:schemeClr val="bg1"/>
              </a:solidFill>
              <a:latin typeface="IBM Plex Sans Light" panose="020B0503050203000203" pitchFamily="34" charset="0"/>
              <a:ea typeface="IBM Plex Sans Light" charset="0"/>
              <a:cs typeface="IBM Plex Sans Light" charset="0"/>
            </a:endParaRPr>
          </a:p>
        </p:txBody>
      </p:sp>
      <p:sp>
        <p:nvSpPr>
          <p:cNvPr id="4" name="Footer Placeholder 3"/>
          <p:cNvSpPr>
            <a:spLocks noGrp="1"/>
          </p:cNvSpPr>
          <p:nvPr>
            <p:ph type="ftr" sz="quarter" idx="2"/>
          </p:nvPr>
        </p:nvSpPr>
        <p:spPr>
          <a:xfrm>
            <a:off x="630936" y="8705088"/>
            <a:ext cx="3657600" cy="228600"/>
          </a:xfrm>
          <a:prstGeom prst="rect">
            <a:avLst/>
          </a:prstGeom>
        </p:spPr>
        <p:txBody>
          <a:bodyPr vert="horz" lIns="0" tIns="0" rIns="0" bIns="0" rtlCol="0" anchor="b"/>
          <a:lstStyle>
            <a:lvl1pPr algn="l">
              <a:defRPr sz="1200"/>
            </a:lvl1pPr>
          </a:lstStyle>
          <a:p>
            <a:r>
              <a:rPr lang="en-US" sz="600" dirty="0">
                <a:solidFill>
                  <a:schemeClr val="bg1"/>
                </a:solidFill>
                <a:latin typeface="IBM Plex Sans Light" panose="020B0503050203000203" pitchFamily="34" charset="0"/>
                <a:ea typeface="IBM Plex Sans Light" charset="0"/>
                <a:cs typeface="IBM Plex Sans Light" charset="0"/>
              </a:rPr>
              <a:t>Group Name / DOC ID / Month XX, 2022 / © 2022 IBM Corporation</a:t>
            </a:r>
          </a:p>
        </p:txBody>
      </p:sp>
    </p:spTree>
    <p:extLst>
      <p:ext uri="{BB962C8B-B14F-4D97-AF65-F5344CB8AC3E}">
        <p14:creationId xmlns:p14="http://schemas.microsoft.com/office/powerpoint/2010/main" val="44802781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822450" y="228600"/>
            <a:ext cx="3213100" cy="1808163"/>
          </a:xfrm>
          <a:prstGeom prst="rect">
            <a:avLst/>
          </a:prstGeom>
          <a:noFill/>
          <a:ln w="12700">
            <a:solidFill>
              <a:prstClr val="black"/>
            </a:solidFill>
          </a:ln>
        </p:spPr>
        <p:txBody>
          <a:bodyPr vert="horz" lIns="91440" tIns="45720" rIns="91440" bIns="45720" rtlCol="0" anchor="ctr"/>
          <a:lstStyle/>
          <a:p>
            <a:endParaRPr lang="en-US" dirty="0"/>
          </a:p>
        </p:txBody>
      </p:sp>
      <p:sp>
        <p:nvSpPr>
          <p:cNvPr id="8" name="Notes Placeholder 7">
            <a:extLst>
              <a:ext uri="{FF2B5EF4-FFF2-40B4-BE49-F238E27FC236}">
                <a16:creationId xmlns:a16="http://schemas.microsoft.com/office/drawing/2014/main" id="{6ABF5568-9620-E34F-9423-054ABD0598F2}"/>
              </a:ext>
            </a:extLst>
          </p:cNvPr>
          <p:cNvSpPr>
            <a:spLocks noGrp="1"/>
          </p:cNvSpPr>
          <p:nvPr>
            <p:ph type="body" sz="quarter" idx="3"/>
          </p:nvPr>
        </p:nvSpPr>
        <p:spPr>
          <a:xfrm>
            <a:off x="219456" y="2247900"/>
            <a:ext cx="6419088" cy="615950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marL="803275" marR="0" lvl="4" indent="-171450" algn="l" defTabSz="914400" rtl="0" eaLnBrk="1" fontAlgn="base" latinLnBrk="0" hangingPunct="1">
              <a:lnSpc>
                <a:spcPct val="100000"/>
              </a:lnSpc>
              <a:spcBef>
                <a:spcPts val="600"/>
              </a:spcBef>
              <a:spcAft>
                <a:spcPct val="0"/>
              </a:spcAft>
              <a:buClr>
                <a:srgbClr val="000000"/>
              </a:buClr>
              <a:buSzTx/>
              <a:buFont typeface="IBM Plex Sans Light" charset="-120"/>
              <a:buChar char="»"/>
              <a:tabLst/>
              <a:defRPr/>
            </a:pPr>
            <a:r>
              <a:rPr kumimoji="0" lang="en-US" sz="10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rPr>
              <a:t>Fifth level</a:t>
            </a:r>
          </a:p>
        </p:txBody>
      </p:sp>
      <p:sp>
        <p:nvSpPr>
          <p:cNvPr id="7" name="Slide Number Placeholder 6"/>
          <p:cNvSpPr>
            <a:spLocks noGrp="1"/>
          </p:cNvSpPr>
          <p:nvPr>
            <p:ph type="sldNum" sz="quarter" idx="5"/>
          </p:nvPr>
        </p:nvSpPr>
        <p:spPr>
          <a:xfrm>
            <a:off x="219456" y="8705088"/>
            <a:ext cx="338328" cy="228600"/>
          </a:xfrm>
          <a:prstGeom prst="rect">
            <a:avLst/>
          </a:prstGeom>
        </p:spPr>
        <p:txBody>
          <a:bodyPr vert="horz" lIns="0" tIns="0" rIns="0" bIns="0" rtlCol="0" anchor="b"/>
          <a:lstStyle>
            <a:lvl1pPr algn="l">
              <a:defRPr sz="600" b="0" i="0">
                <a:solidFill>
                  <a:schemeClr val="bg1"/>
                </a:solidFill>
                <a:latin typeface="IBM Plex Sans Light" panose="020B0503050203000203" pitchFamily="34" charset="0"/>
                <a:ea typeface="IBM Plex Sans Light" panose="020B0503050203000203" pitchFamily="34" charset="0"/>
                <a:cs typeface="IBM Plex Sans Light" panose="020B0503050203000203" pitchFamily="34" charset="0"/>
              </a:defRPr>
            </a:lvl1pPr>
          </a:lstStyle>
          <a:p>
            <a:fld id="{6E2E38B8-B0B4-AD41-AC6E-B781F46A9FD3}" type="slidenum">
              <a:rPr lang="en-US" smtClean="0"/>
              <a:pPr/>
              <a:t>‹#›</a:t>
            </a:fld>
            <a:endParaRPr lang="en-US" dirty="0"/>
          </a:p>
        </p:txBody>
      </p:sp>
      <p:sp>
        <p:nvSpPr>
          <p:cNvPr id="6" name="Footer Placeholder 5"/>
          <p:cNvSpPr>
            <a:spLocks noGrp="1"/>
          </p:cNvSpPr>
          <p:nvPr>
            <p:ph type="ftr" sz="quarter" idx="4"/>
          </p:nvPr>
        </p:nvSpPr>
        <p:spPr>
          <a:xfrm>
            <a:off x="630936" y="8705088"/>
            <a:ext cx="3657600" cy="228600"/>
          </a:xfrm>
          <a:prstGeom prst="rect">
            <a:avLst/>
          </a:prstGeom>
        </p:spPr>
        <p:txBody>
          <a:bodyPr vert="horz" lIns="0" tIns="0" rIns="0" bIns="0" rtlCol="0" anchor="b"/>
          <a:lstStyle>
            <a:lvl1pPr algn="l">
              <a:defRPr sz="600" b="0" i="0">
                <a:solidFill>
                  <a:schemeClr val="bg1"/>
                </a:solidFill>
                <a:latin typeface="IBM Plex Sans Light" panose="020B0503050203000203" pitchFamily="34" charset="0"/>
                <a:ea typeface="IBM Plex Sans Light" panose="020B0503050203000203" pitchFamily="34" charset="0"/>
                <a:cs typeface="IBM Plex Sans Light" panose="020B0503050203000203" pitchFamily="34" charset="0"/>
              </a:defRPr>
            </a:lvl1pPr>
          </a:lstStyle>
          <a:p>
            <a:r>
              <a:rPr lang="en-US" dirty="0"/>
              <a:t>Group Name / DOC ID / Month XX, 2022 / © 2022 IBM Corporation</a:t>
            </a:r>
          </a:p>
        </p:txBody>
      </p:sp>
    </p:spTree>
    <p:extLst>
      <p:ext uri="{BB962C8B-B14F-4D97-AF65-F5344CB8AC3E}">
        <p14:creationId xmlns:p14="http://schemas.microsoft.com/office/powerpoint/2010/main" val="791598581"/>
      </p:ext>
    </p:extLst>
  </p:cSld>
  <p:clrMap bg1="lt1" tx1="dk1" bg2="lt2" tx2="dk2" accent1="accent1" accent2="accent2" accent3="accent3" accent4="accent4" accent5="accent5" accent6="accent6" hlink="hlink" folHlink="folHlink"/>
  <p:hf hdr="0" dt="0"/>
  <p:notesStyle>
    <a:lvl1pPr marL="0" algn="l" defTabSz="2438522" rtl="0" eaLnBrk="1" latinLnBrk="0" hangingPunct="1">
      <a:spcBef>
        <a:spcPts val="1600"/>
      </a:spcBef>
      <a:defRPr sz="2667" b="0" i="0" kern="1200">
        <a:solidFill>
          <a:schemeClr val="bg1"/>
        </a:solidFill>
        <a:latin typeface="IBM Plex Sans Light" panose="020B0503050203000203" pitchFamily="34" charset="0"/>
        <a:ea typeface="+mn-ea"/>
        <a:cs typeface="+mn-cs"/>
      </a:defRPr>
    </a:lvl1pPr>
    <a:lvl2pPr marL="465690" indent="-452991" algn="l" defTabSz="2438522" rtl="0" eaLnBrk="1" latinLnBrk="0" hangingPunct="1">
      <a:spcBef>
        <a:spcPts val="1600"/>
      </a:spcBef>
      <a:buFont typeface="IBM Plex Sans"/>
      <a:buChar char="–"/>
      <a:tabLst/>
      <a:defRPr sz="2667" b="0" i="0" kern="1200">
        <a:solidFill>
          <a:schemeClr val="bg1"/>
        </a:solidFill>
        <a:latin typeface="IBM Plex Sans Light" panose="020B0503050203000203" pitchFamily="34" charset="0"/>
        <a:ea typeface="+mn-ea"/>
        <a:cs typeface="+mn-cs"/>
      </a:defRPr>
    </a:lvl2pPr>
    <a:lvl3pPr marL="926638" indent="-463319" algn="l" defTabSz="2438522" rtl="0" eaLnBrk="1" latinLnBrk="0" hangingPunct="1">
      <a:spcBef>
        <a:spcPts val="1600"/>
      </a:spcBef>
      <a:buFont typeface="IBM Plex Sans Light" panose="020B0604020202020204" pitchFamily="34" charset="0"/>
      <a:buChar char="•"/>
      <a:tabLst/>
      <a:defRPr sz="2667" b="0" i="0" kern="1200">
        <a:solidFill>
          <a:schemeClr val="bg1"/>
        </a:solidFill>
        <a:latin typeface="IBM Plex Sans Light" panose="020B0503050203000203" pitchFamily="34" charset="0"/>
        <a:ea typeface="+mn-ea"/>
        <a:cs typeface="+mn-cs"/>
      </a:defRPr>
    </a:lvl3pPr>
    <a:lvl4pPr marL="1682580" indent="-463319" algn="l" defTabSz="2438522" rtl="0" eaLnBrk="1" latinLnBrk="0" hangingPunct="1">
      <a:spcBef>
        <a:spcPts val="1600"/>
      </a:spcBef>
      <a:buFont typeface="IBM Plex Sans Light"/>
      <a:buChar char="–"/>
      <a:tabLst/>
      <a:defRPr sz="2667" b="0" i="0" kern="1200">
        <a:solidFill>
          <a:schemeClr val="bg1"/>
        </a:solidFill>
        <a:latin typeface="IBM Plex Sans Light" panose="020B0503050203000203" pitchFamily="34" charset="0"/>
        <a:ea typeface="+mn-ea"/>
        <a:cs typeface="+mn-cs"/>
      </a:defRPr>
    </a:lvl4pPr>
    <a:lvl5pPr marL="465690" marR="0" indent="-452991" algn="l" defTabSz="2438522" rtl="0" eaLnBrk="1" fontAlgn="base" latinLnBrk="0" hangingPunct="1">
      <a:lnSpc>
        <a:spcPct val="100000"/>
      </a:lnSpc>
      <a:spcBef>
        <a:spcPts val="1600"/>
      </a:spcBef>
      <a:spcAft>
        <a:spcPct val="0"/>
      </a:spcAft>
      <a:buClr>
        <a:srgbClr val="000000"/>
      </a:buClr>
      <a:buSzTx/>
      <a:buFont typeface="IBM Plex Sans Light" charset="-120"/>
      <a:buChar char="»"/>
      <a:tabLst/>
      <a:defRPr sz="2667" b="0" i="0" kern="1200">
        <a:solidFill>
          <a:schemeClr val="bg1"/>
        </a:solidFill>
        <a:latin typeface="IBM Plex Sans Light" panose="020B0503050203000203" pitchFamily="34" charset="0"/>
        <a:ea typeface="+mn-ea"/>
        <a:cs typeface="+mn-cs"/>
      </a:defRPr>
    </a:lvl5pPr>
    <a:lvl6pPr marL="6096305" algn="l" defTabSz="2438522" rtl="0" eaLnBrk="1" latinLnBrk="0" hangingPunct="1">
      <a:defRPr sz="3200" kern="1200">
        <a:solidFill>
          <a:schemeClr val="tx1"/>
        </a:solidFill>
        <a:latin typeface="+mn-lt"/>
        <a:ea typeface="+mn-ea"/>
        <a:cs typeface="+mn-cs"/>
      </a:defRPr>
    </a:lvl6pPr>
    <a:lvl7pPr marL="7315566" algn="l" defTabSz="2438522" rtl="0" eaLnBrk="1" latinLnBrk="0" hangingPunct="1">
      <a:defRPr sz="3200" kern="1200">
        <a:solidFill>
          <a:schemeClr val="tx1"/>
        </a:solidFill>
        <a:latin typeface="+mn-lt"/>
        <a:ea typeface="+mn-ea"/>
        <a:cs typeface="+mn-cs"/>
      </a:defRPr>
    </a:lvl7pPr>
    <a:lvl8pPr marL="8534827" algn="l" defTabSz="2438522" rtl="0" eaLnBrk="1" latinLnBrk="0" hangingPunct="1">
      <a:defRPr sz="3200" kern="1200">
        <a:solidFill>
          <a:schemeClr val="tx1"/>
        </a:solidFill>
        <a:latin typeface="+mn-lt"/>
        <a:ea typeface="+mn-ea"/>
        <a:cs typeface="+mn-cs"/>
      </a:defRPr>
    </a:lvl8pPr>
    <a:lvl9pPr marL="9754088" algn="l" defTabSz="2438522" rtl="0" eaLnBrk="1" latinLnBrk="0" hangingPunct="1">
      <a:defRPr sz="3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6E2E38B8-B0B4-AD41-AC6E-B781F46A9FD3}" type="slidenum">
              <a:rPr lang="en-US" smtClean="0"/>
              <a:pPr/>
              <a:t>1</a:t>
            </a:fld>
            <a:endParaRPr lang="en-US" dirty="0"/>
          </a:p>
        </p:txBody>
      </p:sp>
      <p:sp>
        <p:nvSpPr>
          <p:cNvPr id="5" name="Footer Placeholder 4"/>
          <p:cNvSpPr>
            <a:spLocks noGrp="1"/>
          </p:cNvSpPr>
          <p:nvPr>
            <p:ph type="ftr" sz="quarter" idx="4"/>
          </p:nvPr>
        </p:nvSpPr>
        <p:spPr/>
        <p:txBody>
          <a:bodyPr/>
          <a:lstStyle/>
          <a:p>
            <a:r>
              <a:rPr lang="en-US" dirty="0"/>
              <a:t>Group Name / DOC ID / Month XX, 2022 / © 2022 IBM Corporation</a:t>
            </a:r>
          </a:p>
        </p:txBody>
      </p:sp>
    </p:spTree>
    <p:extLst>
      <p:ext uri="{BB962C8B-B14F-4D97-AF65-F5344CB8AC3E}">
        <p14:creationId xmlns:p14="http://schemas.microsoft.com/office/powerpoint/2010/main" val="42702866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6E2E38B8-B0B4-AD41-AC6E-B781F46A9FD3}" type="slidenum">
              <a:rPr lang="en-US" smtClean="0"/>
              <a:pPr/>
              <a:t>2</a:t>
            </a:fld>
            <a:endParaRPr lang="en-US" dirty="0"/>
          </a:p>
        </p:txBody>
      </p:sp>
      <p:sp>
        <p:nvSpPr>
          <p:cNvPr id="5" name="Footer Placeholder 4"/>
          <p:cNvSpPr>
            <a:spLocks noGrp="1"/>
          </p:cNvSpPr>
          <p:nvPr>
            <p:ph type="ftr" sz="quarter" idx="4"/>
          </p:nvPr>
        </p:nvSpPr>
        <p:spPr/>
        <p:txBody>
          <a:bodyPr/>
          <a:lstStyle/>
          <a:p>
            <a:r>
              <a:rPr lang="en-US" dirty="0"/>
              <a:t>Group Name / DOC ID / Month XX, 2022 / © 2022 IBM Corporation</a:t>
            </a:r>
          </a:p>
        </p:txBody>
      </p:sp>
    </p:spTree>
    <p:extLst>
      <p:ext uri="{BB962C8B-B14F-4D97-AF65-F5344CB8AC3E}">
        <p14:creationId xmlns:p14="http://schemas.microsoft.com/office/powerpoint/2010/main" val="42702866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2600" kern="0" dirty="0">
              <a:solidFill>
                <a:schemeClr val="tx2"/>
              </a:solidFill>
              <a:latin typeface="+mn-lt"/>
            </a:endParaRPr>
          </a:p>
          <a:p>
            <a:r>
              <a:rPr lang="en-US" sz="2400" b="1" dirty="0">
                <a:solidFill>
                  <a:srgbClr val="000000"/>
                </a:solidFill>
                <a:latin typeface="+mj-lt"/>
              </a:rPr>
              <a:t>Why</a:t>
            </a:r>
            <a:r>
              <a:rPr lang="en-US" sz="2800" dirty="0">
                <a:solidFill>
                  <a:srgbClr val="000000"/>
                </a:solidFill>
                <a:latin typeface="+mj-lt"/>
              </a:rPr>
              <a:t> </a:t>
            </a:r>
            <a:r>
              <a:rPr lang="en-US" sz="1800" dirty="0">
                <a:solidFill>
                  <a:srgbClr val="000000"/>
                </a:solidFill>
                <a:latin typeface="+mj-lt"/>
              </a:rPr>
              <a:t>Data complexity is multiplying further with a variety of data applications and formats, preventing data from being accessed, enriched, and used effectively.</a:t>
            </a:r>
            <a:endParaRPr lang="en-US" sz="2800" kern="0" dirty="0">
              <a:solidFill>
                <a:srgbClr val="000000"/>
              </a:solidFill>
            </a:endParaRPr>
          </a:p>
          <a:p>
            <a:r>
              <a:rPr lang="en-US" sz="2400" b="1" kern="0" dirty="0">
                <a:solidFill>
                  <a:srgbClr val="000000"/>
                </a:solidFill>
                <a:latin typeface="+mn-lt"/>
              </a:rPr>
              <a:t>What</a:t>
            </a:r>
            <a:r>
              <a:rPr lang="en-US" sz="2800" kern="0" dirty="0">
                <a:solidFill>
                  <a:srgbClr val="000000"/>
                </a:solidFill>
                <a:latin typeface="+mn-lt"/>
              </a:rPr>
              <a:t> </a:t>
            </a:r>
            <a:r>
              <a:rPr lang="en-US" sz="1800" kern="0" dirty="0">
                <a:solidFill>
                  <a:srgbClr val="000000"/>
                </a:solidFill>
                <a:latin typeface="+mn-lt"/>
              </a:rPr>
              <a:t>To scale analytics and AI workloads, organizations are adopting data </a:t>
            </a:r>
            <a:r>
              <a:rPr lang="en-US" sz="1800" kern="0" dirty="0" err="1">
                <a:solidFill>
                  <a:srgbClr val="000000"/>
                </a:solidFill>
                <a:latin typeface="+mn-lt"/>
              </a:rPr>
              <a:t>lakehouses</a:t>
            </a:r>
            <a:r>
              <a:rPr lang="en-US" sz="1800" kern="0" dirty="0">
                <a:solidFill>
                  <a:srgbClr val="000000"/>
                </a:solidFill>
                <a:latin typeface="+mn-lt"/>
              </a:rPr>
              <a:t>, which combine the performance of data warehouses and flexibility of data lakes on low-cost object storage. </a:t>
            </a:r>
            <a:endParaRPr lang="en-US" sz="2800" kern="0" dirty="0">
              <a:solidFill>
                <a:srgbClr val="000000"/>
              </a:solidFill>
              <a:latin typeface="+mn-lt"/>
            </a:endParaRPr>
          </a:p>
          <a:p>
            <a:r>
              <a:rPr lang="en-US" sz="2400" b="1" kern="0" dirty="0">
                <a:solidFill>
                  <a:srgbClr val="000000"/>
                </a:solidFill>
                <a:latin typeface="+mn-lt"/>
              </a:rPr>
              <a:t>How</a:t>
            </a:r>
            <a:r>
              <a:rPr lang="en-US" sz="2800" kern="0" dirty="0">
                <a:solidFill>
                  <a:srgbClr val="000000"/>
                </a:solidFill>
                <a:latin typeface="+mn-lt"/>
              </a:rPr>
              <a:t> </a:t>
            </a:r>
            <a:r>
              <a:rPr lang="en-US" sz="1800" kern="0" dirty="0">
                <a:solidFill>
                  <a:srgbClr val="000000"/>
                </a:solidFill>
                <a:latin typeface="+mn-lt"/>
              </a:rPr>
              <a:t>Access all your data through a single point of entry across all clouds and on-prem environments. Including, built-in governance, security, and automation- while leveraging open data formats.</a:t>
            </a:r>
            <a:endParaRPr lang="en-US" sz="1800" kern="0" dirty="0">
              <a:latin typeface="+mn-lt"/>
            </a:endParaRPr>
          </a:p>
          <a:p>
            <a:pPr marL="0" marR="0">
              <a:spcBef>
                <a:spcPts val="0"/>
              </a:spcBef>
              <a:spcAft>
                <a:spcPts val="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6E2E38B8-B0B4-AD41-AC6E-B781F46A9FD3}" type="slidenum">
              <a:rPr lang="en-US" smtClean="0"/>
              <a:pPr/>
              <a:t>3</a:t>
            </a:fld>
            <a:endParaRPr lang="en-US" dirty="0"/>
          </a:p>
        </p:txBody>
      </p:sp>
      <p:sp>
        <p:nvSpPr>
          <p:cNvPr id="5" name="Footer Placeholder 4"/>
          <p:cNvSpPr>
            <a:spLocks noGrp="1"/>
          </p:cNvSpPr>
          <p:nvPr>
            <p:ph type="ftr" sz="quarter" idx="4"/>
          </p:nvPr>
        </p:nvSpPr>
        <p:spPr/>
        <p:txBody>
          <a:bodyPr/>
          <a:lstStyle/>
          <a:p>
            <a:r>
              <a:rPr lang="en-US" dirty="0"/>
              <a:t>Group Name / DOC ID / Month XX, 2022 / © 2022 IBM Corporation</a:t>
            </a:r>
          </a:p>
        </p:txBody>
      </p:sp>
    </p:spTree>
    <p:extLst>
      <p:ext uri="{BB962C8B-B14F-4D97-AF65-F5344CB8AC3E}">
        <p14:creationId xmlns:p14="http://schemas.microsoft.com/office/powerpoint/2010/main" val="42702866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6E2E38B8-B0B4-AD41-AC6E-B781F46A9FD3}" type="slidenum">
              <a:rPr lang="en-US" smtClean="0"/>
              <a:pPr/>
              <a:t>4</a:t>
            </a:fld>
            <a:endParaRPr lang="en-US" dirty="0"/>
          </a:p>
        </p:txBody>
      </p:sp>
      <p:sp>
        <p:nvSpPr>
          <p:cNvPr id="5" name="Footer Placeholder 4"/>
          <p:cNvSpPr>
            <a:spLocks noGrp="1"/>
          </p:cNvSpPr>
          <p:nvPr>
            <p:ph type="ftr" sz="quarter" idx="4"/>
          </p:nvPr>
        </p:nvSpPr>
        <p:spPr/>
        <p:txBody>
          <a:bodyPr/>
          <a:lstStyle/>
          <a:p>
            <a:r>
              <a:rPr lang="en-US" dirty="0"/>
              <a:t>Group Name / DOC ID / Month XX, 2022 / © 2022 IBM Corporation</a:t>
            </a:r>
          </a:p>
        </p:txBody>
      </p:sp>
    </p:spTree>
    <p:extLst>
      <p:ext uri="{BB962C8B-B14F-4D97-AF65-F5344CB8AC3E}">
        <p14:creationId xmlns:p14="http://schemas.microsoft.com/office/powerpoint/2010/main" val="4270286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6E2E38B8-B0B4-AD41-AC6E-B781F46A9FD3}" type="slidenum">
              <a:rPr lang="en-US" smtClean="0"/>
              <a:pPr/>
              <a:t>5</a:t>
            </a:fld>
            <a:endParaRPr lang="en-US" dirty="0"/>
          </a:p>
        </p:txBody>
      </p:sp>
      <p:sp>
        <p:nvSpPr>
          <p:cNvPr id="5" name="Footer Placeholder 4"/>
          <p:cNvSpPr>
            <a:spLocks noGrp="1"/>
          </p:cNvSpPr>
          <p:nvPr>
            <p:ph type="ftr" sz="quarter" idx="4"/>
          </p:nvPr>
        </p:nvSpPr>
        <p:spPr/>
        <p:txBody>
          <a:bodyPr/>
          <a:lstStyle/>
          <a:p>
            <a:r>
              <a:rPr lang="en-US" dirty="0"/>
              <a:t>Group Name / DOC ID / Month XX, 2022 / © 2022 IBM Corporation</a:t>
            </a:r>
          </a:p>
        </p:txBody>
      </p:sp>
    </p:spTree>
    <p:extLst>
      <p:ext uri="{BB962C8B-B14F-4D97-AF65-F5344CB8AC3E}">
        <p14:creationId xmlns:p14="http://schemas.microsoft.com/office/powerpoint/2010/main" val="427028665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0"/>
            <a:ext cx="24387175" cy="12001500"/>
          </a:xfrm>
          <a:solidFill>
            <a:srgbClr val="E0E0E0"/>
          </a:solidFill>
        </p:spPr>
        <p:txBody>
          <a:bodyPr anchor="ctr"/>
          <a:lstStyle>
            <a:lvl1pPr algn="ctr">
              <a:defRPr>
                <a:solidFill>
                  <a:schemeClr val="accent5"/>
                </a:solidFill>
              </a:defRPr>
            </a:lvl1pPr>
          </a:lstStyle>
          <a:p>
            <a:r>
              <a:rPr lang="en-US" dirty="0"/>
              <a:t>Place imagery here</a:t>
            </a: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8" cy="6288087"/>
          </a:xfrm>
        </p:spPr>
        <p:txBody>
          <a:bodyPr/>
          <a:lstStyle>
            <a:lvl1pPr>
              <a:lnSpc>
                <a:spcPct val="100000"/>
              </a:lnSpc>
              <a:defRPr sz="86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576072" y="12088368"/>
            <a:ext cx="4937887" cy="1143000"/>
          </a:xfrm>
        </p:spPr>
        <p:txBody>
          <a:bodyPr anchor="b"/>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6671501" y="12084739"/>
            <a:ext cx="4937887" cy="1143000"/>
          </a:xfrm>
        </p:spPr>
        <p:txBody>
          <a:bodyPr anchor="b"/>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8" name="Picture 7">
            <a:extLst>
              <a:ext uri="{FF2B5EF4-FFF2-40B4-BE49-F238E27FC236}">
                <a16:creationId xmlns:a16="http://schemas.microsoft.com/office/drawing/2014/main" id="{418F6040-10C6-A4A5-7C1E-09A9F553C05B}"/>
              </a:ext>
            </a:extLst>
          </p:cNvPr>
          <p:cNvPicPr>
            <a:picLocks noChangeAspect="1"/>
          </p:cNvPicPr>
          <p:nvPr userDrawn="1"/>
        </p:nvPicPr>
        <p:blipFill>
          <a:blip r:embed="rId2"/>
          <a:stretch>
            <a:fillRect/>
          </a:stretch>
        </p:blipFill>
        <p:spPr>
          <a:xfrm>
            <a:off x="22279951" y="12526963"/>
            <a:ext cx="1638300" cy="609600"/>
          </a:xfrm>
          <a:prstGeom prst="rect">
            <a:avLst/>
          </a:prstGeom>
        </p:spPr>
      </p:pic>
    </p:spTree>
    <p:extLst>
      <p:ext uri="{BB962C8B-B14F-4D97-AF65-F5344CB8AC3E}">
        <p14:creationId xmlns:p14="http://schemas.microsoft.com/office/powerpoint/2010/main" val="3105561149"/>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D23798D-A03E-2BC6-136A-14C1E387E723}"/>
              </a:ext>
            </a:extLst>
          </p:cNvPr>
          <p:cNvSpPr/>
          <p:nvPr userDrawn="1"/>
        </p:nvSpPr>
        <p:spPr bwMode="auto">
          <a:xfrm>
            <a:off x="0" y="0"/>
            <a:ext cx="24387175" cy="12001500"/>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5" name="Text Placeholder 6">
            <a:extLst>
              <a:ext uri="{FF2B5EF4-FFF2-40B4-BE49-F238E27FC236}">
                <a16:creationId xmlns:a16="http://schemas.microsoft.com/office/drawing/2014/main" id="{28CADC67-06E4-9D0B-7A49-159C1E99D517}"/>
              </a:ext>
            </a:extLst>
          </p:cNvPr>
          <p:cNvSpPr>
            <a:spLocks noGrp="1"/>
          </p:cNvSpPr>
          <p:nvPr>
            <p:ph type="body" sz="quarter" idx="12"/>
          </p:nvPr>
        </p:nvSpPr>
        <p:spPr>
          <a:xfrm>
            <a:off x="576072" y="12088368"/>
            <a:ext cx="4937887" cy="1143000"/>
          </a:xfrm>
        </p:spPr>
        <p:txBody>
          <a:bodyPr anchor="b"/>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6BAFC6AD-C46B-8438-C789-096006859E45}"/>
              </a:ext>
            </a:extLst>
          </p:cNvPr>
          <p:cNvSpPr>
            <a:spLocks noGrp="1"/>
          </p:cNvSpPr>
          <p:nvPr>
            <p:ph type="body" sz="quarter" idx="13"/>
          </p:nvPr>
        </p:nvSpPr>
        <p:spPr>
          <a:xfrm>
            <a:off x="6671501" y="12084739"/>
            <a:ext cx="4937887" cy="1143000"/>
          </a:xfrm>
        </p:spPr>
        <p:txBody>
          <a:bodyPr anchor="b"/>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4" name="Picture 3">
            <a:extLst>
              <a:ext uri="{FF2B5EF4-FFF2-40B4-BE49-F238E27FC236}">
                <a16:creationId xmlns:a16="http://schemas.microsoft.com/office/drawing/2014/main" id="{CCD12723-D775-EE21-95A9-8E6D8BA4DC28}"/>
              </a:ext>
            </a:extLst>
          </p:cNvPr>
          <p:cNvPicPr>
            <a:picLocks noChangeAspect="1"/>
          </p:cNvPicPr>
          <p:nvPr userDrawn="1"/>
        </p:nvPicPr>
        <p:blipFill>
          <a:blip r:embed="rId2"/>
          <a:stretch>
            <a:fillRect/>
          </a:stretch>
        </p:blipFill>
        <p:spPr>
          <a:xfrm>
            <a:off x="22279951" y="12526963"/>
            <a:ext cx="1638300" cy="609600"/>
          </a:xfrm>
          <a:prstGeom prst="rect">
            <a:avLst/>
          </a:prstGeom>
        </p:spPr>
      </p:pic>
      <p:sp>
        <p:nvSpPr>
          <p:cNvPr id="7" name="Title 1">
            <a:extLst>
              <a:ext uri="{FF2B5EF4-FFF2-40B4-BE49-F238E27FC236}">
                <a16:creationId xmlns:a16="http://schemas.microsoft.com/office/drawing/2014/main" id="{184617A5-E44D-86DD-8C8E-5D85DFCA435B}"/>
              </a:ext>
            </a:extLst>
          </p:cNvPr>
          <p:cNvSpPr>
            <a:spLocks noGrp="1"/>
          </p:cNvSpPr>
          <p:nvPr>
            <p:ph type="title"/>
          </p:nvPr>
        </p:nvSpPr>
        <p:spPr>
          <a:xfrm>
            <a:off x="576072" y="384048"/>
            <a:ext cx="11050588" cy="6288087"/>
          </a:xfrm>
        </p:spPr>
        <p:txBody>
          <a:bodyPr/>
          <a:lstStyle>
            <a:lvl1pPr>
              <a:lnSpc>
                <a:spcPct val="100000"/>
              </a:lnSpc>
              <a:defRPr sz="8600">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173001316"/>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plain">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A09496-D938-6EB1-106C-48C5E423EAB0}"/>
              </a:ext>
            </a:extLst>
          </p:cNvPr>
          <p:cNvPicPr>
            <a:picLocks noChangeAspect="1"/>
          </p:cNvPicPr>
          <p:nvPr userDrawn="1"/>
        </p:nvPicPr>
        <p:blipFill>
          <a:blip r:embed="rId2"/>
          <a:stretch>
            <a:fillRect/>
          </a:stretch>
        </p:blipFill>
        <p:spPr>
          <a:xfrm>
            <a:off x="22279951" y="12526963"/>
            <a:ext cx="1638300" cy="609600"/>
          </a:xfrm>
          <a:prstGeom prst="rect">
            <a:avLst/>
          </a:prstGeom>
        </p:spPr>
      </p:pic>
      <p:sp>
        <p:nvSpPr>
          <p:cNvPr id="4" name="Title 1">
            <a:extLst>
              <a:ext uri="{FF2B5EF4-FFF2-40B4-BE49-F238E27FC236}">
                <a16:creationId xmlns:a16="http://schemas.microsoft.com/office/drawing/2014/main" id="{7CC25B71-827F-9C78-56BA-F30A6070AC9F}"/>
              </a:ext>
            </a:extLst>
          </p:cNvPr>
          <p:cNvSpPr>
            <a:spLocks noGrp="1"/>
          </p:cNvSpPr>
          <p:nvPr>
            <p:ph type="title"/>
          </p:nvPr>
        </p:nvSpPr>
        <p:spPr>
          <a:xfrm>
            <a:off x="576072" y="384048"/>
            <a:ext cx="11050588" cy="6288087"/>
          </a:xfrm>
        </p:spPr>
        <p:txBody>
          <a:bodyPr/>
          <a:lstStyle>
            <a:lvl1pPr>
              <a:lnSpc>
                <a:spcPct val="100000"/>
              </a:lnSpc>
              <a:defRPr sz="8600">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816872105"/>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plain, business unit">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576072" y="12463272"/>
            <a:ext cx="11050588" cy="762000"/>
          </a:xfrm>
        </p:spPr>
        <p:txBody>
          <a:bodyPr anchor="b"/>
          <a:lstStyle>
            <a:lvl1pPr>
              <a:lnSpc>
                <a:spcPct val="110000"/>
              </a:lnSpc>
              <a:spcBef>
                <a:spcPts val="0"/>
              </a:spcBef>
              <a:defRPr sz="2800">
                <a:solidFill>
                  <a:schemeClr val="tx1"/>
                </a:solidFill>
              </a:defRPr>
            </a:lvl1pPr>
          </a:lstStyle>
          <a:p>
            <a:pPr lvl="0"/>
            <a:r>
              <a:rPr lang="en-US"/>
              <a:t>Click to edit Master text styles</a:t>
            </a:r>
          </a:p>
        </p:txBody>
      </p:sp>
      <p:pic>
        <p:nvPicPr>
          <p:cNvPr id="3" name="Picture 2">
            <a:extLst>
              <a:ext uri="{FF2B5EF4-FFF2-40B4-BE49-F238E27FC236}">
                <a16:creationId xmlns:a16="http://schemas.microsoft.com/office/drawing/2014/main" id="{6C5E26C6-9CEF-2A61-0C64-FAACB68F53D2}"/>
              </a:ext>
            </a:extLst>
          </p:cNvPr>
          <p:cNvPicPr>
            <a:picLocks noChangeAspect="1"/>
          </p:cNvPicPr>
          <p:nvPr userDrawn="1"/>
        </p:nvPicPr>
        <p:blipFill>
          <a:blip r:embed="rId2"/>
          <a:stretch>
            <a:fillRect/>
          </a:stretch>
        </p:blipFill>
        <p:spPr>
          <a:xfrm>
            <a:off x="22279951" y="12526963"/>
            <a:ext cx="1638300" cy="609600"/>
          </a:xfrm>
          <a:prstGeom prst="rect">
            <a:avLst/>
          </a:prstGeom>
        </p:spPr>
      </p:pic>
      <p:sp>
        <p:nvSpPr>
          <p:cNvPr id="4" name="Title 1">
            <a:extLst>
              <a:ext uri="{FF2B5EF4-FFF2-40B4-BE49-F238E27FC236}">
                <a16:creationId xmlns:a16="http://schemas.microsoft.com/office/drawing/2014/main" id="{A6AD06EA-1AAE-9258-F68E-D0D307454A33}"/>
              </a:ext>
            </a:extLst>
          </p:cNvPr>
          <p:cNvSpPr>
            <a:spLocks noGrp="1"/>
          </p:cNvSpPr>
          <p:nvPr>
            <p:ph type="title"/>
          </p:nvPr>
        </p:nvSpPr>
        <p:spPr>
          <a:xfrm>
            <a:off x="576072" y="384048"/>
            <a:ext cx="11050588" cy="6288087"/>
          </a:xfrm>
        </p:spPr>
        <p:txBody>
          <a:bodyPr/>
          <a:lstStyle>
            <a:lvl1pPr>
              <a:lnSpc>
                <a:spcPct val="100000"/>
              </a:lnSpc>
              <a:defRPr sz="8600">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2307727532"/>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imagery, half ">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500" y="569913"/>
            <a:ext cx="11049000" cy="12574587"/>
          </a:xfrm>
          <a:solidFill>
            <a:srgbClr val="E0E0E0"/>
          </a:solidFill>
        </p:spPr>
        <p:txBody>
          <a:bodyPr anchor="ctr"/>
          <a:lstStyle>
            <a:lvl1pPr algn="ctr">
              <a:defRPr>
                <a:solidFill>
                  <a:schemeClr val="accent5"/>
                </a:solidFill>
              </a:defRPr>
            </a:lvl1pPr>
          </a:lstStyle>
          <a:p>
            <a:r>
              <a:rPr lang="en-US" dirty="0"/>
              <a:t>Place imagery here</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72" y="384048"/>
            <a:ext cx="10101072" cy="10479087"/>
          </a:xfrm>
        </p:spPr>
        <p:txBody>
          <a:bodyPr/>
          <a:lstStyle>
            <a:lvl1pPr>
              <a:lnSpc>
                <a:spcPct val="100000"/>
              </a:lnSpc>
              <a:defRPr sz="8600">
                <a:solidFill>
                  <a:schemeClr val="tx2"/>
                </a:solidFill>
              </a:defRPr>
            </a:lvl1pPr>
          </a:lstStyle>
          <a:p>
            <a:r>
              <a:rPr lang="en-US"/>
              <a:t>Click to edit Master title style</a:t>
            </a:r>
            <a:endParaRPr lang="en-US" dirty="0"/>
          </a:p>
        </p:txBody>
      </p:sp>
      <p:pic>
        <p:nvPicPr>
          <p:cNvPr id="9" name="Picture 8">
            <a:extLst>
              <a:ext uri="{FF2B5EF4-FFF2-40B4-BE49-F238E27FC236}">
                <a16:creationId xmlns:a16="http://schemas.microsoft.com/office/drawing/2014/main" id="{735CD4FC-3A11-28F6-09EF-9089FE9596BF}"/>
              </a:ext>
            </a:extLst>
          </p:cNvPr>
          <p:cNvPicPr>
            <a:picLocks noChangeAspect="1"/>
          </p:cNvPicPr>
          <p:nvPr userDrawn="1"/>
        </p:nvPicPr>
        <p:blipFill>
          <a:blip r:embed="rId2"/>
          <a:stretch>
            <a:fillRect/>
          </a:stretch>
        </p:blipFill>
        <p:spPr>
          <a:xfrm>
            <a:off x="577850" y="12526963"/>
            <a:ext cx="1638300" cy="609600"/>
          </a:xfrm>
          <a:prstGeom prst="rect">
            <a:avLst/>
          </a:prstGeom>
        </p:spPr>
      </p:pic>
    </p:spTree>
    <p:extLst>
      <p:ext uri="{BB962C8B-B14F-4D97-AF65-F5344CB8AC3E}">
        <p14:creationId xmlns:p14="http://schemas.microsoft.com/office/powerpoint/2010/main" val="2789365742"/>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imagery, half, business unit">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500" y="569913"/>
            <a:ext cx="11049000" cy="12574587"/>
          </a:xfrm>
          <a:solidFill>
            <a:srgbClr val="E0E0E0"/>
          </a:solidFill>
        </p:spPr>
        <p:txBody>
          <a:bodyPr anchor="ctr"/>
          <a:lstStyle>
            <a:lvl1pPr algn="ctr">
              <a:defRPr>
                <a:solidFill>
                  <a:schemeClr val="accent5"/>
                </a:solidFill>
              </a:defRPr>
            </a:lvl1pPr>
          </a:lstStyle>
          <a:p>
            <a:r>
              <a:rPr lang="en-US" dirty="0"/>
              <a:t>Place imagery here</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72" y="1682496"/>
            <a:ext cx="10099675" cy="9337675"/>
          </a:xfrm>
        </p:spPr>
        <p:txBody>
          <a:bodyPr/>
          <a:lstStyle>
            <a:lvl1pPr>
              <a:lnSpc>
                <a:spcPct val="100000"/>
              </a:lnSpc>
              <a:defRPr sz="8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576072" y="576072"/>
            <a:ext cx="10099675" cy="571500"/>
          </a:xfrm>
        </p:spPr>
        <p:txBody>
          <a:bodyPr/>
          <a:lstStyle>
            <a:lvl1pPr>
              <a:spcBef>
                <a:spcPts val="0"/>
              </a:spcBef>
              <a:defRPr sz="28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p:txBody>
      </p:sp>
      <p:pic>
        <p:nvPicPr>
          <p:cNvPr id="4" name="Picture 3">
            <a:extLst>
              <a:ext uri="{FF2B5EF4-FFF2-40B4-BE49-F238E27FC236}">
                <a16:creationId xmlns:a16="http://schemas.microsoft.com/office/drawing/2014/main" id="{EEE0A3D1-7815-E46E-77D1-E2DC099B4733}"/>
              </a:ext>
            </a:extLst>
          </p:cNvPr>
          <p:cNvPicPr>
            <a:picLocks noChangeAspect="1"/>
          </p:cNvPicPr>
          <p:nvPr userDrawn="1"/>
        </p:nvPicPr>
        <p:blipFill>
          <a:blip r:embed="rId2"/>
          <a:stretch>
            <a:fillRect/>
          </a:stretch>
        </p:blipFill>
        <p:spPr>
          <a:xfrm>
            <a:off x="577850" y="12526963"/>
            <a:ext cx="1638300" cy="609600"/>
          </a:xfrm>
          <a:prstGeom prst="rect">
            <a:avLst/>
          </a:prstGeom>
        </p:spPr>
      </p:pic>
    </p:spTree>
    <p:extLst>
      <p:ext uri="{BB962C8B-B14F-4D97-AF65-F5344CB8AC3E}">
        <p14:creationId xmlns:p14="http://schemas.microsoft.com/office/powerpoint/2010/main" val="988038868"/>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4956175" cy="4573587"/>
          </a:xfrm>
        </p:spPr>
        <p:txBody>
          <a:bodyPr/>
          <a:lstStyle>
            <a:lvl1pPr>
              <a:lnSpc>
                <a:spcPct val="100000"/>
              </a:lnSpc>
              <a:defRPr sz="64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12763500" y="569913"/>
            <a:ext cx="4953000" cy="11431587"/>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18862675" y="569913"/>
            <a:ext cx="4949825" cy="11431587"/>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568324" y="12804235"/>
            <a:ext cx="4956176" cy="381000"/>
          </a:xfrm>
        </p:spPr>
        <p:txBody>
          <a:bodyPr/>
          <a:lstStyle/>
          <a:p>
            <a:endParaRPr lang="en-US" dirty="0"/>
          </a:p>
        </p:txBody>
      </p:sp>
    </p:spTree>
    <p:extLst>
      <p:ext uri="{BB962C8B-B14F-4D97-AF65-F5344CB8AC3E}">
        <p14:creationId xmlns:p14="http://schemas.microsoft.com/office/powerpoint/2010/main" val="1040468306"/>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8" cy="2859087"/>
          </a:xfrm>
        </p:spPr>
        <p:txBody>
          <a:bodyPr rIns="457200"/>
          <a:lstStyle>
            <a:lvl1pPr>
              <a:lnSpc>
                <a:spcPct val="100000"/>
              </a:lnSpc>
              <a:defRPr sz="6400">
                <a:solidFill>
                  <a:schemeClr val="tx2"/>
                </a:solidFill>
              </a:defRPr>
            </a:lvl1pPr>
          </a:lstStyle>
          <a:p>
            <a:r>
              <a:rPr lang="en-US"/>
              <a:t>Click to edit Master title style</a:t>
            </a:r>
            <a:endParaRPr lang="en-US" dirty="0"/>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4" y="12804235"/>
            <a:ext cx="4956176" cy="381000"/>
          </a:xfrm>
        </p:spPr>
        <p:txBody>
          <a:bodyPr/>
          <a:lstStyle/>
          <a:p>
            <a:endParaRPr lang="en-US" dirty="0"/>
          </a:p>
        </p:txBody>
      </p:sp>
    </p:spTree>
    <p:extLst>
      <p:ext uri="{BB962C8B-B14F-4D97-AF65-F5344CB8AC3E}">
        <p14:creationId xmlns:p14="http://schemas.microsoft.com/office/powerpoint/2010/main" val="3535082123"/>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574675" y="420624"/>
            <a:ext cx="17141825" cy="8191500"/>
          </a:xfrm>
        </p:spPr>
        <p:txBody>
          <a:bodyPr/>
          <a:lstStyle>
            <a:lvl1pPr>
              <a:defRPr sz="17200" b="0" i="0">
                <a:solidFill>
                  <a:schemeClr val="tx2"/>
                </a:solidFill>
                <a:latin typeface="IBM Plex Sans ExtraLight" panose="020B0303050203000203" pitchFamily="34" charset="0"/>
              </a:defRPr>
            </a:lvl1pPr>
          </a:lstStyle>
          <a:p>
            <a:r>
              <a:rPr lang="en-US"/>
              <a:t>Click to edit Master title style</a:t>
            </a:r>
            <a:endParaRPr lang="en-US" dirty="0"/>
          </a:p>
        </p:txBody>
      </p:sp>
      <p:sp>
        <p:nvSpPr>
          <p:cNvPr id="4" name="Slide Number">
            <a:extLst>
              <a:ext uri="{FF2B5EF4-FFF2-40B4-BE49-F238E27FC236}">
                <a16:creationId xmlns:a16="http://schemas.microsoft.com/office/drawing/2014/main" id="{76697187-0170-8894-23C9-28F80A0C3B2B}"/>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5" name="Footer Placeholder 3">
            <a:extLst>
              <a:ext uri="{FF2B5EF4-FFF2-40B4-BE49-F238E27FC236}">
                <a16:creationId xmlns:a16="http://schemas.microsoft.com/office/drawing/2014/main" id="{BC591478-AD3F-2EF7-29A4-36A887DC1956}"/>
              </a:ext>
            </a:extLst>
          </p:cNvPr>
          <p:cNvSpPr>
            <a:spLocks noGrp="1"/>
          </p:cNvSpPr>
          <p:nvPr>
            <p:ph type="ftr" sz="quarter" idx="18"/>
          </p:nvPr>
        </p:nvSpPr>
        <p:spPr>
          <a:xfrm>
            <a:off x="568324" y="12804235"/>
            <a:ext cx="4956176" cy="381000"/>
          </a:xfrm>
        </p:spPr>
        <p:txBody>
          <a:bodyPr/>
          <a:lstStyle/>
          <a:p>
            <a:endParaRPr lang="en-US" dirty="0"/>
          </a:p>
        </p:txBody>
      </p:sp>
    </p:spTree>
    <p:extLst>
      <p:ext uri="{BB962C8B-B14F-4D97-AF65-F5344CB8AC3E}">
        <p14:creationId xmlns:p14="http://schemas.microsoft.com/office/powerpoint/2010/main" val="1015678996"/>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574675" y="420624"/>
            <a:ext cx="17141825" cy="8191500"/>
          </a:xfrm>
        </p:spPr>
        <p:txBody>
          <a:bodyPr/>
          <a:lstStyle>
            <a:lvl1pPr>
              <a:defRPr sz="17200" b="0" i="0">
                <a:solidFill>
                  <a:schemeClr val="tx2"/>
                </a:solidFill>
                <a:latin typeface="IBM Plex Sans ExtLt" panose="020B0303050203000203" pitchFamily="34" charset="0"/>
              </a:defRPr>
            </a:lvl1pPr>
          </a:lstStyle>
          <a:p>
            <a:r>
              <a:rPr lang="en-US"/>
              <a:t>Click to edit Master title style</a:t>
            </a:r>
            <a:endParaRPr lang="en-US" dirty="0"/>
          </a:p>
        </p:txBody>
      </p:sp>
      <p:sp>
        <p:nvSpPr>
          <p:cNvPr id="4" name="Slide Number">
            <a:extLst>
              <a:ext uri="{FF2B5EF4-FFF2-40B4-BE49-F238E27FC236}">
                <a16:creationId xmlns:a16="http://schemas.microsoft.com/office/drawing/2014/main" id="{76697187-0170-8894-23C9-28F80A0C3B2B}"/>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5" name="Footer Placeholder 3">
            <a:extLst>
              <a:ext uri="{FF2B5EF4-FFF2-40B4-BE49-F238E27FC236}">
                <a16:creationId xmlns:a16="http://schemas.microsoft.com/office/drawing/2014/main" id="{BC591478-AD3F-2EF7-29A4-36A887DC1956}"/>
              </a:ext>
            </a:extLst>
          </p:cNvPr>
          <p:cNvSpPr>
            <a:spLocks noGrp="1"/>
          </p:cNvSpPr>
          <p:nvPr>
            <p:ph type="ftr" sz="quarter" idx="18"/>
          </p:nvPr>
        </p:nvSpPr>
        <p:spPr>
          <a:xfrm>
            <a:off x="568324" y="12804235"/>
            <a:ext cx="4956176" cy="381000"/>
          </a:xfrm>
        </p:spPr>
        <p:txBody>
          <a:bodyPr/>
          <a:lstStyle/>
          <a:p>
            <a:endParaRPr lang="en-US" dirty="0"/>
          </a:p>
        </p:txBody>
      </p:sp>
    </p:spTree>
    <p:extLst>
      <p:ext uri="{BB962C8B-B14F-4D97-AF65-F5344CB8AC3E}">
        <p14:creationId xmlns:p14="http://schemas.microsoft.com/office/powerpoint/2010/main" val="1015678996"/>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9909175" cy="2859087"/>
          </a:xfrm>
        </p:spPr>
        <p:txBody>
          <a:bodyPr/>
          <a:lstStyle>
            <a:lvl1pPr>
              <a:lnSpc>
                <a:spcPct val="100000"/>
              </a:lnSpc>
              <a:defRPr sz="6400">
                <a:solidFill>
                  <a:schemeClr val="tx2"/>
                </a:solidFill>
              </a:defRPr>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12767252" y="448056"/>
            <a:ext cx="11042073" cy="8574087"/>
          </a:xfrm>
        </p:spPr>
        <p:txBody>
          <a:bodyPr/>
          <a:lstStyle>
            <a:lvl1pPr>
              <a:lnSpc>
                <a:spcPct val="100000"/>
              </a:lnSpc>
              <a:spcBef>
                <a:spcPts val="0"/>
              </a:spcBef>
              <a:defRPr sz="6400">
                <a:solidFill>
                  <a:schemeClr val="tx2"/>
                </a:solidFill>
              </a:defRPr>
            </a:lvl1pPr>
            <a:lvl2pPr marL="585216" indent="-585216">
              <a:lnSpc>
                <a:spcPct val="100000"/>
              </a:lnSpc>
              <a:spcBef>
                <a:spcPts val="0"/>
              </a:spcBef>
              <a:defRPr sz="6400">
                <a:solidFill>
                  <a:schemeClr val="tx2"/>
                </a:solidFill>
              </a:defRPr>
            </a:lvl2pPr>
            <a:lvl3pPr marL="1097280" indent="-585216">
              <a:lnSpc>
                <a:spcPct val="100000"/>
              </a:lnSpc>
              <a:spcBef>
                <a:spcPts val="0"/>
              </a:spcBef>
              <a:defRPr sz="6400">
                <a:solidFill>
                  <a:schemeClr val="tx2"/>
                </a:solidFill>
              </a:defRPr>
            </a:lvl3pPr>
            <a:lvl4pPr marL="1755648">
              <a:lnSpc>
                <a:spcPct val="100000"/>
              </a:lnSpc>
              <a:spcBef>
                <a:spcPts val="0"/>
              </a:spcBef>
              <a:defRPr sz="6400">
                <a:solidFill>
                  <a:schemeClr val="tx2"/>
                </a:solidFill>
              </a:defRPr>
            </a:lvl4pPr>
            <a:lvl5pPr>
              <a:lnSpc>
                <a:spcPct val="100000"/>
              </a:lnSpc>
              <a:spcBef>
                <a:spcPts val="0"/>
              </a:spcBef>
              <a:defRPr sz="64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Slide Number">
            <a:extLst>
              <a:ext uri="{FF2B5EF4-FFF2-40B4-BE49-F238E27FC236}">
                <a16:creationId xmlns:a16="http://schemas.microsoft.com/office/drawing/2014/main" id="{C82E6DCD-41A5-9DA3-C061-E8DA39B99059}"/>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5" name="Footer Placeholder 3">
            <a:extLst>
              <a:ext uri="{FF2B5EF4-FFF2-40B4-BE49-F238E27FC236}">
                <a16:creationId xmlns:a16="http://schemas.microsoft.com/office/drawing/2014/main" id="{7BE5947E-6D4A-9E09-E5A6-D31DBCAEE2C6}"/>
              </a:ext>
            </a:extLst>
          </p:cNvPr>
          <p:cNvSpPr>
            <a:spLocks noGrp="1"/>
          </p:cNvSpPr>
          <p:nvPr>
            <p:ph type="ftr" sz="quarter" idx="18"/>
          </p:nvPr>
        </p:nvSpPr>
        <p:spPr>
          <a:xfrm>
            <a:off x="568324" y="12804235"/>
            <a:ext cx="4956176" cy="381000"/>
          </a:xfrm>
        </p:spPr>
        <p:txBody>
          <a:bodyPr/>
          <a:lstStyle/>
          <a:p>
            <a:endParaRPr lang="en-US" dirty="0"/>
          </a:p>
        </p:txBody>
      </p:sp>
    </p:spTree>
    <p:extLst>
      <p:ext uri="{BB962C8B-B14F-4D97-AF65-F5344CB8AC3E}">
        <p14:creationId xmlns:p14="http://schemas.microsoft.com/office/powerpoint/2010/main" val="1607840745"/>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420624"/>
            <a:ext cx="14662150" cy="9717087"/>
          </a:xfrm>
        </p:spPr>
        <p:txBody>
          <a:bodyPr/>
          <a:lstStyle>
            <a:lvl1pPr>
              <a:lnSpc>
                <a:spcPct val="100000"/>
              </a:lnSpc>
              <a:defRPr sz="8600">
                <a:solidFill>
                  <a:schemeClr val="tx2"/>
                </a:solidFill>
              </a:defRPr>
            </a:lvl1pPr>
          </a:lstStyle>
          <a:p>
            <a:r>
              <a:rPr lang="en-US"/>
              <a:t>Click to edit Master title style</a:t>
            </a:r>
            <a:endParaRPr lang="en-US" dirty="0"/>
          </a:p>
        </p:txBody>
      </p:sp>
      <p:sp>
        <p:nvSpPr>
          <p:cNvPr id="4" name="Slide Number">
            <a:extLst>
              <a:ext uri="{FF2B5EF4-FFF2-40B4-BE49-F238E27FC236}">
                <a16:creationId xmlns:a16="http://schemas.microsoft.com/office/drawing/2014/main" id="{12510822-3D1B-0CFC-3FF0-1E55DA550F8D}"/>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5" name="Footer Placeholder 3">
            <a:extLst>
              <a:ext uri="{FF2B5EF4-FFF2-40B4-BE49-F238E27FC236}">
                <a16:creationId xmlns:a16="http://schemas.microsoft.com/office/drawing/2014/main" id="{1FCFA7EA-8E9F-E01B-AB9C-B7BE7D3D11E9}"/>
              </a:ext>
            </a:extLst>
          </p:cNvPr>
          <p:cNvSpPr>
            <a:spLocks noGrp="1"/>
          </p:cNvSpPr>
          <p:nvPr>
            <p:ph type="ftr" sz="quarter" idx="18"/>
          </p:nvPr>
        </p:nvSpPr>
        <p:spPr>
          <a:xfrm>
            <a:off x="568324" y="12804235"/>
            <a:ext cx="4956176" cy="381000"/>
          </a:xfrm>
        </p:spPr>
        <p:txBody>
          <a:bodyPr/>
          <a:lstStyle/>
          <a:p>
            <a:endParaRPr lang="en-US" dirty="0"/>
          </a:p>
        </p:txBody>
      </p:sp>
    </p:spTree>
    <p:extLst>
      <p:ext uri="{BB962C8B-B14F-4D97-AF65-F5344CB8AC3E}">
        <p14:creationId xmlns:p14="http://schemas.microsoft.com/office/powerpoint/2010/main" val="3225160763"/>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Data, 2 callouts, vertical">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576072" y="9299448"/>
            <a:ext cx="11050588" cy="3543300"/>
          </a:xfrm>
        </p:spPr>
        <p:txBody>
          <a:bodyPr anchor="b"/>
          <a:lstStyle>
            <a:lvl1pPr>
              <a:lnSpc>
                <a:spcPct val="90000"/>
              </a:lnSpc>
              <a:spcBef>
                <a:spcPts val="0"/>
              </a:spcBef>
              <a:defRPr sz="25800" b="0" i="0">
                <a:solidFill>
                  <a:schemeClr val="accent1"/>
                </a:solidFill>
                <a:latin typeface="IBM Plex Sans ExtraLight" panose="020B0303050203000203" pitchFamily="34" charset="0"/>
              </a:defRPr>
            </a:lvl1pPr>
          </a:lstStyle>
          <a:p>
            <a:r>
              <a:rPr lang="en-US" dirty="0"/>
              <a:t>↗︎00M</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12763500" y="9296400"/>
            <a:ext cx="11049000" cy="3543300"/>
          </a:xfrm>
        </p:spPr>
        <p:txBody>
          <a:bodyPr anchor="b"/>
          <a:lstStyle>
            <a:lvl1pPr>
              <a:lnSpc>
                <a:spcPct val="90000"/>
              </a:lnSpc>
              <a:spcBef>
                <a:spcPts val="0"/>
              </a:spcBef>
              <a:defRPr sz="25800" b="0" i="0">
                <a:solidFill>
                  <a:schemeClr val="accent1"/>
                </a:solidFill>
                <a:latin typeface="IBM Plex Sans ExtraLight" panose="020B0303050203000203" pitchFamily="34" charset="0"/>
              </a:defRPr>
            </a:lvl1pPr>
          </a:lstStyle>
          <a:p>
            <a:r>
              <a:rPr lang="en-US" dirty="0"/>
              <a:t>+00%</a:t>
            </a:r>
          </a:p>
        </p:txBody>
      </p: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12763500" y="576072"/>
            <a:ext cx="7620000" cy="6288087"/>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576072" y="576072"/>
            <a:ext cx="7623175" cy="6288087"/>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Slide Number">
            <a:extLst>
              <a:ext uri="{FF2B5EF4-FFF2-40B4-BE49-F238E27FC236}">
                <a16:creationId xmlns:a16="http://schemas.microsoft.com/office/drawing/2014/main" id="{160DC6C8-AF18-F14B-A164-C49B271F59AD}"/>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8F3E002C-97C5-3260-CB49-7E93DF3397C8}"/>
              </a:ext>
            </a:extLst>
          </p:cNvPr>
          <p:cNvSpPr>
            <a:spLocks noGrp="1"/>
          </p:cNvSpPr>
          <p:nvPr>
            <p:ph type="ftr" sz="quarter" idx="18"/>
          </p:nvPr>
        </p:nvSpPr>
        <p:spPr>
          <a:xfrm>
            <a:off x="568324" y="12804235"/>
            <a:ext cx="4956176" cy="381000"/>
          </a:xfrm>
        </p:spPr>
        <p:txBody>
          <a:bodyPr/>
          <a:lstStyle/>
          <a:p>
            <a:endParaRPr lang="en-US" dirty="0"/>
          </a:p>
        </p:txBody>
      </p:sp>
    </p:spTree>
    <p:extLst>
      <p:ext uri="{BB962C8B-B14F-4D97-AF65-F5344CB8AC3E}">
        <p14:creationId xmlns:p14="http://schemas.microsoft.com/office/powerpoint/2010/main" val="3804176053"/>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ata, 2 callouts, vertical">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576072" y="9299448"/>
            <a:ext cx="11050588" cy="3543300"/>
          </a:xfrm>
        </p:spPr>
        <p:txBody>
          <a:bodyPr anchor="b"/>
          <a:lstStyle>
            <a:lvl1pPr>
              <a:lnSpc>
                <a:spcPct val="90000"/>
              </a:lnSpc>
              <a:spcBef>
                <a:spcPts val="0"/>
              </a:spcBef>
              <a:defRPr sz="25800" b="0" i="0">
                <a:solidFill>
                  <a:schemeClr val="accent1"/>
                </a:solidFill>
                <a:latin typeface="IBM Plex Sans ExtLt" panose="020B0303050203000203" pitchFamily="34" charset="0"/>
              </a:defRPr>
            </a:lvl1pPr>
          </a:lstStyle>
          <a:p>
            <a:r>
              <a:rPr lang="en-US" dirty="0"/>
              <a:t>↗︎00M</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12763500" y="9296400"/>
            <a:ext cx="11049000" cy="3543300"/>
          </a:xfrm>
        </p:spPr>
        <p:txBody>
          <a:bodyPr anchor="b"/>
          <a:lstStyle>
            <a:lvl1pPr>
              <a:lnSpc>
                <a:spcPct val="90000"/>
              </a:lnSpc>
              <a:spcBef>
                <a:spcPts val="0"/>
              </a:spcBef>
              <a:defRPr sz="25800" b="0" i="0">
                <a:solidFill>
                  <a:schemeClr val="accent1"/>
                </a:solidFill>
                <a:latin typeface="IBM Plex Sans ExtLt" panose="020B0303050203000203" pitchFamily="34" charset="0"/>
              </a:defRPr>
            </a:lvl1pPr>
          </a:lstStyle>
          <a:p>
            <a:r>
              <a:rPr lang="en-US" dirty="0"/>
              <a:t>+00%</a:t>
            </a:r>
          </a:p>
        </p:txBody>
      </p: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12763500" y="576072"/>
            <a:ext cx="7620000" cy="6288087"/>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576072" y="576072"/>
            <a:ext cx="7623175" cy="6288087"/>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Slide Number">
            <a:extLst>
              <a:ext uri="{FF2B5EF4-FFF2-40B4-BE49-F238E27FC236}">
                <a16:creationId xmlns:a16="http://schemas.microsoft.com/office/drawing/2014/main" id="{160DC6C8-AF18-F14B-A164-C49B271F59AD}"/>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8F3E002C-97C5-3260-CB49-7E93DF3397C8}"/>
              </a:ext>
            </a:extLst>
          </p:cNvPr>
          <p:cNvSpPr>
            <a:spLocks noGrp="1"/>
          </p:cNvSpPr>
          <p:nvPr>
            <p:ph type="ftr" sz="quarter" idx="18"/>
          </p:nvPr>
        </p:nvSpPr>
        <p:spPr>
          <a:xfrm>
            <a:off x="568324" y="12804235"/>
            <a:ext cx="4956176" cy="381000"/>
          </a:xfrm>
        </p:spPr>
        <p:txBody>
          <a:bodyPr/>
          <a:lstStyle/>
          <a:p>
            <a:endParaRPr lang="en-US" dirty="0"/>
          </a:p>
        </p:txBody>
      </p:sp>
    </p:spTree>
    <p:extLst>
      <p:ext uri="{BB962C8B-B14F-4D97-AF65-F5344CB8AC3E}">
        <p14:creationId xmlns:p14="http://schemas.microsoft.com/office/powerpoint/2010/main" val="3804176053"/>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12768263" y="426481"/>
            <a:ext cx="4949825" cy="1906588"/>
          </a:xfrm>
        </p:spPr>
        <p:txBody>
          <a:bodyPr/>
          <a:lstStyle>
            <a:lvl1pPr>
              <a:lnSpc>
                <a:spcPct val="90000"/>
              </a:lnSpc>
              <a:defRPr sz="13000">
                <a:solidFill>
                  <a:schemeClr val="accent1"/>
                </a:solidFill>
              </a:defRPr>
            </a:lvl1pPr>
          </a:lstStyle>
          <a:p>
            <a:pPr lvl="0"/>
            <a:r>
              <a:rPr lang="en-US" dirty="0"/>
              <a:t>00%</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18859500" y="429654"/>
            <a:ext cx="4949825" cy="1903413"/>
          </a:xfrm>
        </p:spPr>
        <p:txBody>
          <a:bodyPr/>
          <a:lstStyle>
            <a:lvl1pPr>
              <a:lnSpc>
                <a:spcPct val="90000"/>
              </a:lnSpc>
              <a:defRPr sz="13000">
                <a:solidFill>
                  <a:schemeClr val="accent1"/>
                </a:solidFill>
              </a:defRPr>
            </a:lvl1pPr>
          </a:lstStyle>
          <a:p>
            <a:pPr lvl="0"/>
            <a:r>
              <a:rPr lang="en-US" dirty="0"/>
              <a:t>00%</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429768"/>
            <a:ext cx="4951413" cy="1907912"/>
          </a:xfrm>
        </p:spPr>
        <p:txBody>
          <a:bodyPr/>
          <a:lstStyle>
            <a:lvl1pPr>
              <a:lnSpc>
                <a:spcPct val="90000"/>
              </a:lnSpc>
              <a:defRPr sz="13000">
                <a:solidFill>
                  <a:schemeClr val="accent1"/>
                </a:solidFill>
              </a:defRPr>
            </a:lvl1pPr>
            <a:lvl2pPr marL="0" indent="0">
              <a:buNone/>
              <a:defRPr/>
            </a:lvl2pPr>
          </a:lstStyle>
          <a:p>
            <a:pPr lvl="0"/>
            <a:r>
              <a:rPr lang="en-US" dirty="0"/>
              <a:t>00%</a:t>
            </a:r>
          </a:p>
        </p:txBody>
      </p:sp>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2859088"/>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42775"/>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667500" y="2333068"/>
            <a:ext cx="4951413" cy="967304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2334654"/>
            <a:ext cx="4953000" cy="9666845"/>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8859500" y="2333067"/>
            <a:ext cx="4953000" cy="9666845"/>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Slide Number">
            <a:extLst>
              <a:ext uri="{FF2B5EF4-FFF2-40B4-BE49-F238E27FC236}">
                <a16:creationId xmlns:a16="http://schemas.microsoft.com/office/drawing/2014/main" id="{85A7B871-06B9-0A3F-4D1D-A14D572C268D}"/>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15DBF980-9C8F-3F7A-E896-C207BA2781B7}"/>
              </a:ext>
            </a:extLst>
          </p:cNvPr>
          <p:cNvSpPr>
            <a:spLocks noGrp="1"/>
          </p:cNvSpPr>
          <p:nvPr>
            <p:ph type="ftr" sz="quarter" idx="18"/>
          </p:nvPr>
        </p:nvSpPr>
        <p:spPr>
          <a:xfrm>
            <a:off x="568324" y="12804235"/>
            <a:ext cx="4956176" cy="381000"/>
          </a:xfrm>
        </p:spPr>
        <p:txBody>
          <a:bodyPr/>
          <a:lstStyle/>
          <a:p>
            <a:endParaRPr lang="en-US" dirty="0"/>
          </a:p>
        </p:txBody>
      </p:sp>
    </p:spTree>
    <p:extLst>
      <p:ext uri="{BB962C8B-B14F-4D97-AF65-F5344CB8AC3E}">
        <p14:creationId xmlns:p14="http://schemas.microsoft.com/office/powerpoint/2010/main" val="3640767286"/>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ata, 2 callouts, horizontal">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3D81813D-DA09-FCA0-D570-1E2D428C59E9}"/>
              </a:ext>
            </a:extLst>
          </p:cNvPr>
          <p:cNvCxnSpPr/>
          <p:nvPr userDrawn="1"/>
        </p:nvCxnSpPr>
        <p:spPr bwMode="auto">
          <a:xfrm>
            <a:off x="56832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574675" y="402336"/>
            <a:ext cx="4949825" cy="5335588"/>
          </a:xfrm>
        </p:spPr>
        <p:txBody>
          <a:bodyPr/>
          <a:lstStyle>
            <a:lvl1pPr>
              <a:lnSpc>
                <a:spcPct val="100000"/>
              </a:lnSpc>
              <a:defRPr sz="8600">
                <a:solidFill>
                  <a:schemeClr val="accent1"/>
                </a:solidFill>
              </a:defRPr>
            </a:lvl1pPr>
          </a:lstStyle>
          <a:p>
            <a:r>
              <a:rPr lang="en-US" dirty="0"/>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6667500" y="402336"/>
            <a:ext cx="11049000" cy="5335587"/>
          </a:xfrm>
        </p:spPr>
        <p:txBody>
          <a:bodyPr/>
          <a:lstStyle>
            <a:lvl1pPr>
              <a:lnSpc>
                <a:spcPct val="100000"/>
              </a:lnSpc>
              <a:spcBef>
                <a:spcPts val="0"/>
              </a:spcBef>
              <a:defRPr sz="8600">
                <a:solidFill>
                  <a:schemeClr val="tx1"/>
                </a:solidFill>
              </a:defRPr>
            </a:lvl1pPr>
            <a:lvl2pPr marL="786384" indent="-786384">
              <a:lnSpc>
                <a:spcPct val="100000"/>
              </a:lnSpc>
              <a:spcBef>
                <a:spcPts val="0"/>
              </a:spcBef>
              <a:defRPr sz="8600">
                <a:solidFill>
                  <a:schemeClr val="tx1"/>
                </a:solidFill>
              </a:defRPr>
            </a:lvl2pPr>
            <a:lvl3pPr marL="1499616" indent="-786384">
              <a:lnSpc>
                <a:spcPct val="100000"/>
              </a:lnSpc>
              <a:spcBef>
                <a:spcPts val="0"/>
              </a:spcBef>
              <a:defRPr sz="8600">
                <a:solidFill>
                  <a:schemeClr val="tx1"/>
                </a:solidFill>
              </a:defRPr>
            </a:lvl3pPr>
            <a:lvl4pPr marL="2286000" indent="-786384">
              <a:lnSpc>
                <a:spcPct val="100000"/>
              </a:lnSpc>
              <a:spcBef>
                <a:spcPts val="0"/>
              </a:spcBef>
              <a:defRPr sz="8600">
                <a:solidFill>
                  <a:schemeClr val="tx1"/>
                </a:solidFill>
              </a:defRPr>
            </a:lvl4pPr>
            <a:lvl5pPr>
              <a:lnSpc>
                <a:spcPct val="100000"/>
              </a:lnSpc>
              <a:spcBef>
                <a:spcPts val="0"/>
              </a:spcBef>
              <a:defRPr sz="8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574675" y="6477000"/>
            <a:ext cx="4949825" cy="5334000"/>
          </a:xfrm>
        </p:spPr>
        <p:txBody>
          <a:bodyPr/>
          <a:lstStyle>
            <a:lvl1pPr>
              <a:lnSpc>
                <a:spcPct val="100000"/>
              </a:lnSpc>
              <a:defRPr sz="8600">
                <a:solidFill>
                  <a:schemeClr val="accent1"/>
                </a:solidFill>
              </a:defRPr>
            </a:lvl1pPr>
            <a:lvl2pPr>
              <a:lnSpc>
                <a:spcPct val="100000"/>
              </a:lnSpc>
              <a:defRPr sz="8600">
                <a:solidFill>
                  <a:schemeClr val="accent1"/>
                </a:solidFill>
              </a:defRPr>
            </a:lvl2pPr>
            <a:lvl3pPr>
              <a:lnSpc>
                <a:spcPct val="100000"/>
              </a:lnSpc>
              <a:defRPr sz="8600">
                <a:solidFill>
                  <a:schemeClr val="accent1"/>
                </a:solidFill>
              </a:defRPr>
            </a:lvl3pPr>
            <a:lvl4pPr>
              <a:lnSpc>
                <a:spcPct val="100000"/>
              </a:lnSpc>
              <a:defRPr sz="8600">
                <a:solidFill>
                  <a:schemeClr val="accent1"/>
                </a:solidFill>
              </a:defRPr>
            </a:lvl4pPr>
            <a:lvl5pPr>
              <a:lnSpc>
                <a:spcPct val="100000"/>
              </a:lnSpc>
              <a:defRPr sz="8600">
                <a:solidFill>
                  <a:schemeClr val="accent1"/>
                </a:solidFill>
              </a:defRPr>
            </a:lvl5pPr>
          </a:lstStyle>
          <a:p>
            <a:pPr lvl="0"/>
            <a:r>
              <a:rPr lang="en-US" dirty="0"/>
              <a:t>+000M</a:t>
            </a:r>
          </a:p>
        </p:txBody>
      </p:sp>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6667500" y="6477000"/>
            <a:ext cx="11049000" cy="5334000"/>
          </a:xfrm>
        </p:spPr>
        <p:txBody>
          <a:bodyPr/>
          <a:lstStyle>
            <a:lvl1pPr>
              <a:lnSpc>
                <a:spcPct val="100000"/>
              </a:lnSpc>
              <a:spcBef>
                <a:spcPts val="0"/>
              </a:spcBef>
              <a:defRPr sz="8600">
                <a:solidFill>
                  <a:schemeClr val="tx1"/>
                </a:solidFill>
              </a:defRPr>
            </a:lvl1pPr>
            <a:lvl2pPr marL="786384" indent="-786384">
              <a:lnSpc>
                <a:spcPct val="100000"/>
              </a:lnSpc>
              <a:spcBef>
                <a:spcPts val="0"/>
              </a:spcBef>
              <a:defRPr sz="8600">
                <a:solidFill>
                  <a:schemeClr val="tx1"/>
                </a:solidFill>
              </a:defRPr>
            </a:lvl2pPr>
            <a:lvl3pPr marL="1499616" indent="-786384">
              <a:lnSpc>
                <a:spcPct val="100000"/>
              </a:lnSpc>
              <a:spcBef>
                <a:spcPts val="0"/>
              </a:spcBef>
              <a:defRPr sz="8600">
                <a:solidFill>
                  <a:schemeClr val="tx1"/>
                </a:solidFill>
              </a:defRPr>
            </a:lvl3pPr>
            <a:lvl4pPr marL="2286000" indent="-786384">
              <a:lnSpc>
                <a:spcPct val="100000"/>
              </a:lnSpc>
              <a:spcBef>
                <a:spcPts val="0"/>
              </a:spcBef>
              <a:defRPr sz="8600">
                <a:solidFill>
                  <a:schemeClr val="tx1"/>
                </a:solidFill>
              </a:defRPr>
            </a:lvl4pPr>
            <a:lvl5pPr>
              <a:lnSpc>
                <a:spcPct val="100000"/>
              </a:lnSpc>
              <a:spcBef>
                <a:spcPts val="0"/>
              </a:spcBef>
              <a:defRPr sz="8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Slide Number">
            <a:extLst>
              <a:ext uri="{FF2B5EF4-FFF2-40B4-BE49-F238E27FC236}">
                <a16:creationId xmlns:a16="http://schemas.microsoft.com/office/drawing/2014/main" id="{B3EE9E1A-5619-752E-836B-A127FD2C7D75}"/>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0837D060-1DA4-2AC5-AC63-E1AFDD16370F}"/>
              </a:ext>
            </a:extLst>
          </p:cNvPr>
          <p:cNvSpPr>
            <a:spLocks noGrp="1"/>
          </p:cNvSpPr>
          <p:nvPr>
            <p:ph type="ftr" sz="quarter" idx="18"/>
          </p:nvPr>
        </p:nvSpPr>
        <p:spPr>
          <a:xfrm>
            <a:off x="568324" y="12804235"/>
            <a:ext cx="4956176" cy="381000"/>
          </a:xfrm>
        </p:spPr>
        <p:txBody>
          <a:bodyPr/>
          <a:lstStyle/>
          <a:p>
            <a:endParaRPr lang="en-US" dirty="0"/>
          </a:p>
        </p:txBody>
      </p:sp>
    </p:spTree>
    <p:extLst>
      <p:ext uri="{BB962C8B-B14F-4D97-AF65-F5344CB8AC3E}">
        <p14:creationId xmlns:p14="http://schemas.microsoft.com/office/powerpoint/2010/main" val="993609803"/>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ata, 3 callouts, horizontal">
    <p:bg>
      <p:bgPr>
        <a:solidFill>
          <a:schemeClr val="bg1"/>
        </a:solidFill>
        <a:effectLst/>
      </p:bgPr>
    </p:bg>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687931BB-B3EF-829C-B354-B048514D5138}"/>
              </a:ext>
            </a:extLst>
          </p:cNvPr>
          <p:cNvCxnSpPr/>
          <p:nvPr userDrawn="1"/>
        </p:nvCxnSpPr>
        <p:spPr bwMode="auto">
          <a:xfrm>
            <a:off x="6667500" y="8191500"/>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1103109C-6DA9-8F27-B4B1-EE276442E489}"/>
              </a:ext>
            </a:extLst>
          </p:cNvPr>
          <p:cNvCxnSpPr/>
          <p:nvPr userDrawn="1"/>
        </p:nvCxnSpPr>
        <p:spPr bwMode="auto">
          <a:xfrm>
            <a:off x="6667500" y="4000500"/>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411480"/>
            <a:ext cx="4951413" cy="2859087"/>
          </a:xfrm>
        </p:spPr>
        <p:txBody>
          <a:bodyPr/>
          <a:lstStyle>
            <a:lvl1pPr>
              <a:lnSpc>
                <a:spcPct val="90000"/>
              </a:lnSpc>
              <a:defRPr sz="13000">
                <a:solidFill>
                  <a:schemeClr val="accent1"/>
                </a:solidFill>
              </a:defRPr>
            </a:lvl1pPr>
            <a:lvl2pPr marL="0" indent="0">
              <a:buNone/>
              <a:defRPr/>
            </a:lvl2pPr>
          </a:lstStyle>
          <a:p>
            <a:r>
              <a:rPr lang="en-US" dirty="0"/>
              <a:t>00%</a:t>
            </a:r>
          </a:p>
        </p:txBody>
      </p:sp>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2859088"/>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42775"/>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a:lnSpc>
                <a:spcPct val="120000"/>
              </a:lnSpc>
              <a:spcBef>
                <a:spcPts val="0"/>
              </a:spcBef>
              <a:defRPr sz="1600" b="0" i="0">
                <a:solidFill>
                  <a:schemeClr val="tx1"/>
                </a:solidFill>
                <a:latin typeface="IBM Plex Sans" panose="020B0503050203000203" pitchFamily="34" charset="0"/>
              </a:defRPr>
            </a:lvl2pPr>
            <a:lvl3pPr>
              <a:lnSpc>
                <a:spcPct val="120000"/>
              </a:lnSpc>
              <a:spcBef>
                <a:spcPts val="0"/>
              </a:spcBef>
              <a:defRPr sz="1600" b="0" i="0">
                <a:solidFill>
                  <a:schemeClr val="tx1"/>
                </a:solidFill>
                <a:latin typeface="IBM Plex Sans" panose="020B0503050203000203" pitchFamily="34" charset="0"/>
              </a:defRPr>
            </a:lvl3pPr>
            <a:lvl4pPr>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12763500" y="576072"/>
            <a:ext cx="7620000" cy="2859087"/>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4381500"/>
            <a:ext cx="7620000" cy="2857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2763500" y="8572500"/>
            <a:ext cx="7620000" cy="2857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667500" y="4187952"/>
            <a:ext cx="4951413" cy="2857506"/>
          </a:xfrm>
        </p:spPr>
        <p:txBody>
          <a:bodyPr/>
          <a:lstStyle>
            <a:lvl1pPr>
              <a:lnSpc>
                <a:spcPct val="90000"/>
              </a:lnSpc>
              <a:defRPr sz="13000">
                <a:solidFill>
                  <a:schemeClr val="accent1"/>
                </a:solidFill>
              </a:defRPr>
            </a:lvl1pPr>
          </a:lstStyle>
          <a:p>
            <a:r>
              <a:rPr lang="en-US" dirty="0"/>
              <a:t>00%</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6667501" y="8403336"/>
            <a:ext cx="4951411" cy="2857506"/>
          </a:xfrm>
        </p:spPr>
        <p:txBody>
          <a:bodyPr/>
          <a:lstStyle>
            <a:lvl1pPr>
              <a:lnSpc>
                <a:spcPct val="90000"/>
              </a:lnSpc>
              <a:defRPr sz="13000">
                <a:solidFill>
                  <a:schemeClr val="accent1"/>
                </a:solidFill>
              </a:defRPr>
            </a:lvl1pPr>
          </a:lstStyle>
          <a:p>
            <a:r>
              <a:rPr lang="en-US" dirty="0"/>
              <a:t>00%</a:t>
            </a:r>
          </a:p>
        </p:txBody>
      </p:sp>
      <p:sp>
        <p:nvSpPr>
          <p:cNvPr id="6" name="Slide Number">
            <a:extLst>
              <a:ext uri="{FF2B5EF4-FFF2-40B4-BE49-F238E27FC236}">
                <a16:creationId xmlns:a16="http://schemas.microsoft.com/office/drawing/2014/main" id="{022EFDDC-A614-EFF6-CE30-E60F4DB9F755}"/>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75C67502-D618-DC10-9CCC-905693ABB58E}"/>
              </a:ext>
            </a:extLst>
          </p:cNvPr>
          <p:cNvSpPr>
            <a:spLocks noGrp="1"/>
          </p:cNvSpPr>
          <p:nvPr>
            <p:ph type="ftr" sz="quarter" idx="18"/>
          </p:nvPr>
        </p:nvSpPr>
        <p:spPr>
          <a:xfrm>
            <a:off x="568324" y="12804235"/>
            <a:ext cx="4956176" cy="381000"/>
          </a:xfrm>
        </p:spPr>
        <p:txBody>
          <a:bodyPr/>
          <a:lstStyle/>
          <a:p>
            <a:endParaRPr lang="en-US" dirty="0"/>
          </a:p>
        </p:txBody>
      </p:sp>
    </p:spTree>
    <p:extLst>
      <p:ext uri="{BB962C8B-B14F-4D97-AF65-F5344CB8AC3E}">
        <p14:creationId xmlns:p14="http://schemas.microsoft.com/office/powerpoint/2010/main" val="1680986093"/>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576072" y="3429000"/>
            <a:ext cx="4956175"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500"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Slide Number">
            <a:extLst>
              <a:ext uri="{FF2B5EF4-FFF2-40B4-BE49-F238E27FC236}">
                <a16:creationId xmlns:a16="http://schemas.microsoft.com/office/drawing/2014/main" id="{E78A9E4F-B41B-2A68-ED74-D619432AAB2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FBB77C83-5304-5E09-3590-D4337DA42A40}"/>
              </a:ext>
            </a:extLst>
          </p:cNvPr>
          <p:cNvSpPr>
            <a:spLocks noGrp="1"/>
          </p:cNvSpPr>
          <p:nvPr>
            <p:ph type="ftr" sz="quarter" idx="18"/>
          </p:nvPr>
        </p:nvSpPr>
        <p:spPr>
          <a:xfrm>
            <a:off x="568324" y="12804235"/>
            <a:ext cx="4956176" cy="381000"/>
          </a:xfrm>
        </p:spPr>
        <p:txBody>
          <a:bodyPr/>
          <a:lstStyle/>
          <a:p>
            <a:endParaRPr lang="en-US" dirty="0"/>
          </a:p>
        </p:txBody>
      </p:sp>
    </p:spTree>
    <p:extLst>
      <p:ext uri="{BB962C8B-B14F-4D97-AF65-F5344CB8AC3E}">
        <p14:creationId xmlns:p14="http://schemas.microsoft.com/office/powerpoint/2010/main" val="2850193309"/>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500" y="3429000"/>
            <a:ext cx="495935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0" y="576072"/>
            <a:ext cx="4956175" cy="1525587"/>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6">
            <a:extLst>
              <a:ext uri="{FF2B5EF4-FFF2-40B4-BE49-F238E27FC236}">
                <a16:creationId xmlns:a16="http://schemas.microsoft.com/office/drawing/2014/main" id="{1239EA8E-6B4C-405F-E7F6-ABB450E07109}"/>
              </a:ext>
            </a:extLst>
          </p:cNvPr>
          <p:cNvSpPr>
            <a:spLocks noGrp="1"/>
          </p:cNvSpPr>
          <p:nvPr>
            <p:ph type="body" sz="quarter" idx="19"/>
          </p:nvPr>
        </p:nvSpPr>
        <p:spPr>
          <a:xfrm>
            <a:off x="579437" y="3429000"/>
            <a:ext cx="4951413"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0" name="Straight Connector 19">
            <a:extLst>
              <a:ext uri="{FF2B5EF4-FFF2-40B4-BE49-F238E27FC236}">
                <a16:creationId xmlns:a16="http://schemas.microsoft.com/office/drawing/2014/main" id="{ABAB2974-AD95-0BF2-C41A-265AEF03B4F7}"/>
              </a:ext>
            </a:extLst>
          </p:cNvPr>
          <p:cNvCxnSpPr>
            <a:cxnSpLocks/>
          </p:cNvCxnSpPr>
          <p:nvPr userDrawn="1"/>
        </p:nvCxnSpPr>
        <p:spPr bwMode="auto">
          <a:xfrm>
            <a:off x="6096000" y="3429000"/>
            <a:ext cx="0" cy="8572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CDB8CB8D-C4DB-E357-4948-59CD6A18A9DC}"/>
              </a:ext>
            </a:extLst>
          </p:cNvPr>
          <p:cNvCxnSpPr/>
          <p:nvPr userDrawn="1"/>
        </p:nvCxnSpPr>
        <p:spPr bwMode="auto">
          <a:xfrm>
            <a:off x="12188952" y="3429000"/>
            <a:ext cx="0" cy="8577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8B5887E5-28C4-AA99-EBD5-E34B88F46F25}"/>
              </a:ext>
            </a:extLst>
          </p:cNvPr>
          <p:cNvCxnSpPr/>
          <p:nvPr userDrawn="1"/>
        </p:nvCxnSpPr>
        <p:spPr bwMode="auto">
          <a:xfrm>
            <a:off x="18288000" y="3429000"/>
            <a:ext cx="0" cy="8577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DB52D7E1-3828-A1B9-9239-637B1E2A5431}"/>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769EE7B3-BC6A-6676-8FA2-607F9B08DA3D}"/>
              </a:ext>
            </a:extLst>
          </p:cNvPr>
          <p:cNvSpPr>
            <a:spLocks noGrp="1"/>
          </p:cNvSpPr>
          <p:nvPr>
            <p:ph type="ftr" sz="quarter" idx="18"/>
          </p:nvPr>
        </p:nvSpPr>
        <p:spPr>
          <a:xfrm>
            <a:off x="568324" y="12804235"/>
            <a:ext cx="4956176" cy="381000"/>
          </a:xfrm>
        </p:spPr>
        <p:txBody>
          <a:bodyPr/>
          <a:lstStyle/>
          <a:p>
            <a:endParaRPr lang="en-US" dirty="0"/>
          </a:p>
        </p:txBody>
      </p:sp>
    </p:spTree>
    <p:extLst>
      <p:ext uri="{BB962C8B-B14F-4D97-AF65-F5344CB8AC3E}">
        <p14:creationId xmlns:p14="http://schemas.microsoft.com/office/powerpoint/2010/main" val="2791379651"/>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500"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0" y="576072"/>
            <a:ext cx="4956175"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76072"/>
            <a:ext cx="495300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0" y="576072"/>
            <a:ext cx="495935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a:extLst>
              <a:ext uri="{FF2B5EF4-FFF2-40B4-BE49-F238E27FC236}">
                <a16:creationId xmlns:a16="http://schemas.microsoft.com/office/drawing/2014/main" id="{C6EB28FF-C21F-A83D-2D19-2242B76C6B09}"/>
              </a:ext>
            </a:extLst>
          </p:cNvPr>
          <p:cNvCxnSpPr/>
          <p:nvPr userDrawn="1"/>
        </p:nvCxnSpPr>
        <p:spPr bwMode="auto">
          <a:xfrm>
            <a:off x="6096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3D7A0E74-695D-C6F5-07CD-01209D58A70A}"/>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19E1AC9A-B000-435B-E4BC-54B09FB7957C}"/>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B96005D4-0874-989F-217D-8A2592F81D57}"/>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E3F3A850-F28F-F30E-5505-EA11791B052B}"/>
              </a:ext>
            </a:extLst>
          </p:cNvPr>
          <p:cNvSpPr>
            <a:spLocks noGrp="1"/>
          </p:cNvSpPr>
          <p:nvPr>
            <p:ph type="ftr" sz="quarter" idx="18"/>
          </p:nvPr>
        </p:nvSpPr>
        <p:spPr>
          <a:xfrm>
            <a:off x="568324" y="12804235"/>
            <a:ext cx="4956176" cy="381000"/>
          </a:xfrm>
        </p:spPr>
        <p:txBody>
          <a:bodyPr/>
          <a:lstStyle/>
          <a:p>
            <a:endParaRPr lang="en-US" dirty="0"/>
          </a:p>
        </p:txBody>
      </p:sp>
    </p:spTree>
    <p:extLst>
      <p:ext uri="{BB962C8B-B14F-4D97-AF65-F5344CB8AC3E}">
        <p14:creationId xmlns:p14="http://schemas.microsoft.com/office/powerpoint/2010/main" val="3853246845"/>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576072" y="576072"/>
            <a:ext cx="4949825" cy="2097087"/>
          </a:xfrm>
        </p:spPr>
        <p:txBody>
          <a:bodyPr/>
          <a:lstStyle>
            <a:lvl1pPr>
              <a:lnSpc>
                <a:spcPct val="110000"/>
              </a:lnSpc>
              <a:defRPr sz="24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576072" y="3429000"/>
            <a:ext cx="4956175" cy="4000500"/>
          </a:xfrm>
        </p:spPr>
        <p:txBody>
          <a:bodyPr/>
          <a:lstStyle>
            <a:lvl1pPr>
              <a:lnSpc>
                <a:spcPct val="100000"/>
              </a:lnSpc>
              <a:spcBef>
                <a:spcPts val="0"/>
              </a:spcBef>
              <a:defRPr sz="3600">
                <a:solidFill>
                  <a:schemeClr val="tx1"/>
                </a:solidFill>
              </a:defRPr>
            </a:lvl1pPr>
          </a:lstStyle>
          <a:p>
            <a:pPr lvl="0"/>
            <a:r>
              <a:rPr lang="en-US"/>
              <a:t>Click to edit Master text styles</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6667500" y="3429000"/>
            <a:ext cx="4951413" cy="85725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12768031" y="3429000"/>
            <a:ext cx="4942120" cy="85725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18859501" y="3429000"/>
            <a:ext cx="4952999" cy="85725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Picture Placeholder 13">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6667500" y="576072"/>
            <a:ext cx="1216152" cy="1216152"/>
          </a:xfrm>
        </p:spPr>
        <p:txBody>
          <a:bodyPr anchor="ctr"/>
          <a:lstStyle>
            <a:lvl1pPr algn="ctr">
              <a:defRPr sz="1600">
                <a:solidFill>
                  <a:schemeClr val="tx1"/>
                </a:solidFill>
              </a:defRPr>
            </a:lvl1pPr>
          </a:lstStyle>
          <a:p>
            <a:r>
              <a:rPr lang="en-US" dirty="0"/>
              <a:t>Pictogram</a:t>
            </a:r>
          </a:p>
        </p:txBody>
      </p:sp>
      <p:sp>
        <p:nvSpPr>
          <p:cNvPr id="15" name="Picture Placeholder 13">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12776353" y="576072"/>
            <a:ext cx="1216152" cy="1216152"/>
          </a:xfrm>
        </p:spPr>
        <p:txBody>
          <a:bodyPr anchor="ctr"/>
          <a:lstStyle>
            <a:lvl1pPr algn="ctr">
              <a:defRPr sz="1600">
                <a:solidFill>
                  <a:schemeClr val="tx1"/>
                </a:solidFill>
              </a:defRPr>
            </a:lvl1pPr>
          </a:lstStyle>
          <a:p>
            <a:r>
              <a:rPr lang="en-US" dirty="0"/>
              <a:t>Pictogram</a:t>
            </a:r>
          </a:p>
        </p:txBody>
      </p:sp>
      <p:sp>
        <p:nvSpPr>
          <p:cNvPr id="16" name="Picture Placeholder 13">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18859500" y="576072"/>
            <a:ext cx="1216152" cy="1216152"/>
          </a:xfrm>
        </p:spPr>
        <p:txBody>
          <a:bodyPr anchor="ctr"/>
          <a:lstStyle>
            <a:lvl1pPr algn="ctr">
              <a:defRPr sz="1600">
                <a:solidFill>
                  <a:schemeClr val="tx1"/>
                </a:solidFill>
              </a:defRPr>
            </a:lvl1pPr>
          </a:lstStyle>
          <a:p>
            <a:r>
              <a:rPr lang="en-US" dirty="0"/>
              <a:t>Pictogram</a:t>
            </a:r>
          </a:p>
        </p:txBody>
      </p:sp>
      <p:sp>
        <p:nvSpPr>
          <p:cNvPr id="4" name="Footer Placeholder 3">
            <a:extLst>
              <a:ext uri="{FF2B5EF4-FFF2-40B4-BE49-F238E27FC236}">
                <a16:creationId xmlns:a16="http://schemas.microsoft.com/office/drawing/2014/main" id="{ACE782CF-665F-3C56-698C-16112EB19B2F}"/>
              </a:ext>
            </a:extLst>
          </p:cNvPr>
          <p:cNvSpPr>
            <a:spLocks noGrp="1"/>
          </p:cNvSpPr>
          <p:nvPr>
            <p:ph type="ftr" sz="quarter" idx="18"/>
          </p:nvPr>
        </p:nvSpPr>
        <p:spPr/>
        <p:txBody>
          <a:bodyPr/>
          <a:lstStyle/>
          <a:p>
            <a:endParaRPr lang="en-US" dirty="0"/>
          </a:p>
        </p:txBody>
      </p:sp>
      <p:cxnSp>
        <p:nvCxnSpPr>
          <p:cNvPr id="17" name="Straight Connector 16">
            <a:extLst>
              <a:ext uri="{FF2B5EF4-FFF2-40B4-BE49-F238E27FC236}">
                <a16:creationId xmlns:a16="http://schemas.microsoft.com/office/drawing/2014/main" id="{4D695107-5427-4D2D-F88F-89BA74127CBF}"/>
              </a:ext>
            </a:extLst>
          </p:cNvPr>
          <p:cNvCxnSpPr/>
          <p:nvPr userDrawn="1"/>
        </p:nvCxnSpPr>
        <p:spPr bwMode="auto">
          <a:xfrm>
            <a:off x="6096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43B07B4A-5DB5-8126-EA79-502787053E82}"/>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4D829559-0A72-8826-E06A-C6CCD39750A4}"/>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Slide Number">
            <a:extLst>
              <a:ext uri="{FF2B5EF4-FFF2-40B4-BE49-F238E27FC236}">
                <a16:creationId xmlns:a16="http://schemas.microsoft.com/office/drawing/2014/main" id="{D2A45AB7-102C-FBDF-94FD-99783B6A5A1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578787643"/>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384048"/>
            <a:ext cx="4949825" cy="1141412"/>
          </a:xfrm>
        </p:spPr>
        <p:txBody>
          <a:bodyPr/>
          <a:lstStyle>
            <a:lvl1pPr>
              <a:lnSpc>
                <a:spcPct val="100000"/>
              </a:lnSpc>
              <a:defRPr sz="64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10096500" cy="8572500"/>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5976" y="384048"/>
            <a:ext cx="4956175" cy="1141412"/>
          </a:xfrm>
        </p:spPr>
        <p:txBody>
          <a:bodyPr/>
          <a:lstStyle>
            <a:lvl1pPr>
              <a:lnSpc>
                <a:spcPct val="100000"/>
              </a:lnSpc>
              <a:spcBef>
                <a:spcPts val="0"/>
              </a:spcBef>
              <a:defRPr sz="6400">
                <a:solidFill>
                  <a:schemeClr val="tx2"/>
                </a:solidFill>
              </a:defRPr>
            </a:lvl1pPr>
            <a:lvl2pPr>
              <a:spcBef>
                <a:spcPts val="0"/>
              </a:spcBef>
              <a:defRPr sz="2800"/>
            </a:lvl2pPr>
            <a:lvl3pPr>
              <a:spcBef>
                <a:spcPts val="0"/>
              </a:spcBef>
              <a:defRPr sz="2800"/>
            </a:lvl3pPr>
            <a:lvl4pPr>
              <a:spcBef>
                <a:spcPts val="0"/>
              </a:spcBef>
              <a:defRPr sz="2800"/>
            </a:lvl4pPr>
            <a:lvl5pPr>
              <a:spcBef>
                <a:spcPts val="0"/>
              </a:spcBef>
              <a:defRPr sz="2800"/>
            </a:lvl5pPr>
          </a:lstStyle>
          <a:p>
            <a:pPr lvl="0"/>
            <a:r>
              <a:rPr lang="en-US"/>
              <a:t>Click to edit Master text styles</a:t>
            </a:r>
          </a:p>
        </p:txBody>
      </p:sp>
      <p:sp>
        <p:nvSpPr>
          <p:cNvPr id="4" name="Footer Placeholder 3">
            <a:extLst>
              <a:ext uri="{FF2B5EF4-FFF2-40B4-BE49-F238E27FC236}">
                <a16:creationId xmlns:a16="http://schemas.microsoft.com/office/drawing/2014/main" id="{BA03B922-FA59-5165-48BF-0B57DFD66348}"/>
              </a:ext>
            </a:extLst>
          </p:cNvPr>
          <p:cNvSpPr>
            <a:spLocks noGrp="1"/>
          </p:cNvSpPr>
          <p:nvPr>
            <p:ph type="ftr" sz="quarter" idx="16"/>
          </p:nvPr>
        </p:nvSpPr>
        <p:spPr/>
        <p:txBody>
          <a:bodyPr/>
          <a:lstStyle/>
          <a:p>
            <a:endParaRPr lang="en-US" dirty="0"/>
          </a:p>
        </p:txBody>
      </p:sp>
      <p:sp>
        <p:nvSpPr>
          <p:cNvPr id="5" name="Slide Number">
            <a:extLst>
              <a:ext uri="{FF2B5EF4-FFF2-40B4-BE49-F238E27FC236}">
                <a16:creationId xmlns:a16="http://schemas.microsoft.com/office/drawing/2014/main" id="{5C3B405E-94D1-4A09-C6BF-A66D9CBEF63D}"/>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925846203"/>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576072" y="576072"/>
            <a:ext cx="7424927" cy="1906588"/>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576072" y="3429000"/>
            <a:ext cx="10099675" cy="8572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12763500" y="3429000"/>
            <a:ext cx="10096500" cy="8572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91A0F4B3-D63C-0D8F-2804-F97776F90E4E}"/>
              </a:ext>
            </a:extLst>
          </p:cNvPr>
          <p:cNvSpPr>
            <a:spLocks noGrp="1"/>
          </p:cNvSpPr>
          <p:nvPr>
            <p:ph type="ftr" sz="quarter" idx="13"/>
          </p:nvPr>
        </p:nvSpPr>
        <p:spPr/>
        <p:txBody>
          <a:bodyPr/>
          <a:lstStyle/>
          <a:p>
            <a:endParaRPr lang="en-US" dirty="0"/>
          </a:p>
        </p:txBody>
      </p:sp>
      <p:sp>
        <p:nvSpPr>
          <p:cNvPr id="7" name="Slide Number">
            <a:extLst>
              <a:ext uri="{FF2B5EF4-FFF2-40B4-BE49-F238E27FC236}">
                <a16:creationId xmlns:a16="http://schemas.microsoft.com/office/drawing/2014/main" id="{38EC09FB-402F-F3CE-E1D2-51583F1BCCFA}"/>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912483618"/>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72" y="384048"/>
            <a:ext cx="11045825" cy="4573587"/>
          </a:xfrm>
        </p:spPr>
        <p:txBody>
          <a:bodyPr rIns="457200"/>
          <a:lstStyle>
            <a:lvl1pPr>
              <a:lnSpc>
                <a:spcPct val="100000"/>
              </a:lnSpc>
              <a:defRPr>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3500" y="576072"/>
            <a:ext cx="4953000" cy="11431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59500" y="576072"/>
            <a:ext cx="4953000" cy="11431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endParaRPr lang="en-US" dirty="0"/>
          </a:p>
        </p:txBody>
      </p:sp>
      <p:sp>
        <p:nvSpPr>
          <p:cNvPr id="7" name="Slide Number">
            <a:extLst>
              <a:ext uri="{FF2B5EF4-FFF2-40B4-BE49-F238E27FC236}">
                <a16:creationId xmlns:a16="http://schemas.microsoft.com/office/drawing/2014/main" id="{C7A51FE3-0F54-1487-47B4-164B5B802CA1}"/>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552612082"/>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72" y="576072"/>
            <a:ext cx="4953000" cy="4573587"/>
          </a:xfrm>
        </p:spPr>
        <p:txBody>
          <a:bodyPr/>
          <a:lstStyle>
            <a:lvl1pPr>
              <a:lnSpc>
                <a:spcPct val="100000"/>
              </a:lnSpc>
              <a:defRPr sz="3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3500" y="569913"/>
            <a:ext cx="4953000" cy="11431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59500" y="569913"/>
            <a:ext cx="4953000" cy="11431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endParaRPr lang="en-US" dirty="0"/>
          </a:p>
        </p:txBody>
      </p:sp>
      <p:sp>
        <p:nvSpPr>
          <p:cNvPr id="7" name="Slide Number">
            <a:extLst>
              <a:ext uri="{FF2B5EF4-FFF2-40B4-BE49-F238E27FC236}">
                <a16:creationId xmlns:a16="http://schemas.microsoft.com/office/drawing/2014/main" id="{745FF4F8-7F82-E9C2-8046-C791019E1694}"/>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868865076"/>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72" y="384048"/>
            <a:ext cx="11039476" cy="4573587"/>
          </a:xfrm>
        </p:spPr>
        <p:txBody>
          <a:bodyPr rIns="457200"/>
          <a:lstStyle>
            <a:lvl1pPr>
              <a:lnSpc>
                <a:spcPct val="100000"/>
              </a:lnSpc>
              <a:defRPr>
                <a:solidFill>
                  <a:schemeClr val="tx2"/>
                </a:solidFill>
              </a:defRPr>
            </a:lvl1pPr>
          </a:lstStyle>
          <a:p>
            <a:r>
              <a:rPr lang="en-US"/>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63500" y="576072"/>
            <a:ext cx="495300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500" y="576072"/>
            <a:ext cx="495935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63500"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5"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endParaRPr lang="en-US" dirty="0"/>
          </a:p>
        </p:txBody>
      </p:sp>
      <p:sp>
        <p:nvSpPr>
          <p:cNvPr id="7" name="Slide Number">
            <a:extLst>
              <a:ext uri="{FF2B5EF4-FFF2-40B4-BE49-F238E27FC236}">
                <a16:creationId xmlns:a16="http://schemas.microsoft.com/office/drawing/2014/main" id="{9BFC0CA6-CE6F-D94C-2967-FBF2240020C4}"/>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734183900"/>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72" y="576072"/>
            <a:ext cx="4949826" cy="4572000"/>
          </a:xfrm>
        </p:spPr>
        <p:txBody>
          <a:bodyPr rIns="0"/>
          <a:lstStyle>
            <a:lvl1pPr>
              <a:lnSpc>
                <a:spcPct val="100000"/>
              </a:lnSpc>
              <a:defRPr sz="2800">
                <a:solidFill>
                  <a:schemeClr val="tx2"/>
                </a:solidFill>
              </a:defRPr>
            </a:lvl1pPr>
          </a:lstStyle>
          <a:p>
            <a:r>
              <a:rPr lang="en-US"/>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63500" y="576072"/>
            <a:ext cx="495300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500" y="576072"/>
            <a:ext cx="495935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63500"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5850"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endParaRPr lang="en-US" dirty="0"/>
          </a:p>
        </p:txBody>
      </p:sp>
      <p:sp>
        <p:nvSpPr>
          <p:cNvPr id="7" name="Slide Number">
            <a:extLst>
              <a:ext uri="{FF2B5EF4-FFF2-40B4-BE49-F238E27FC236}">
                <a16:creationId xmlns:a16="http://schemas.microsoft.com/office/drawing/2014/main" id="{8CF1D655-1791-BEF3-D8AA-E589057E73A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004203820"/>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384048"/>
            <a:ext cx="4949825" cy="1141413"/>
          </a:xfrm>
        </p:spPr>
        <p:txBody>
          <a:bodyPr/>
          <a:lstStyle>
            <a:lvl1pPr>
              <a:lnSpc>
                <a:spcPct val="100000"/>
              </a:lnSpc>
              <a:defRPr sz="64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7638" y="3429000"/>
            <a:ext cx="495300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63638"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1" y="384048"/>
            <a:ext cx="4956175" cy="1141412"/>
          </a:xfrm>
        </p:spPr>
        <p:txBody>
          <a:bodyPr/>
          <a:lstStyle>
            <a:lvl1pPr>
              <a:lnSpc>
                <a:spcPct val="100000"/>
              </a:lnSpc>
              <a:spcBef>
                <a:spcPts val="0"/>
              </a:spcBef>
              <a:defRPr sz="6400">
                <a:solidFill>
                  <a:schemeClr val="tx2"/>
                </a:solidFill>
              </a:defRPr>
            </a:lvl1pPr>
            <a:lvl2pPr>
              <a:lnSpc>
                <a:spcPct val="90000"/>
              </a:lnSpc>
              <a:spcBef>
                <a:spcPts val="0"/>
              </a:spcBef>
              <a:defRPr sz="2800"/>
            </a:lvl2pPr>
            <a:lvl3pPr>
              <a:lnSpc>
                <a:spcPct val="90000"/>
              </a:lnSpc>
              <a:spcBef>
                <a:spcPts val="0"/>
              </a:spcBef>
              <a:defRPr sz="2800"/>
            </a:lvl3pPr>
            <a:lvl4pPr>
              <a:lnSpc>
                <a:spcPct val="90000"/>
              </a:lnSpc>
              <a:spcBef>
                <a:spcPts val="0"/>
              </a:spcBef>
              <a:defRPr sz="2800"/>
            </a:lvl4pPr>
            <a:lvl5pPr>
              <a:lnSpc>
                <a:spcPct val="90000"/>
              </a:lnSpc>
              <a:spcBef>
                <a:spcPts val="0"/>
              </a:spcBef>
              <a:defRPr sz="2800"/>
            </a:lvl5pPr>
          </a:lstStyle>
          <a:p>
            <a:pPr lvl="0"/>
            <a:r>
              <a:rPr lang="en-US"/>
              <a:t>Click to edit Master text styles</a:t>
            </a:r>
          </a:p>
        </p:txBody>
      </p:sp>
      <p:sp>
        <p:nvSpPr>
          <p:cNvPr id="5" name="Picture Placeholder 4">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12763500" y="576072"/>
            <a:ext cx="915672" cy="914400"/>
          </a:xfrm>
        </p:spPr>
        <p:txBody>
          <a:bodyPr anchor="ctr"/>
          <a:lstStyle>
            <a:lvl1pPr algn="ctr">
              <a:defRPr sz="1600">
                <a:solidFill>
                  <a:schemeClr val="tx1"/>
                </a:solidFill>
              </a:defRPr>
            </a:lvl1pPr>
          </a:lstStyle>
          <a:p>
            <a:r>
              <a:rPr lang="en-US" dirty="0"/>
              <a:t>Pictogram</a:t>
            </a:r>
          </a:p>
        </p:txBody>
      </p:sp>
      <p:sp>
        <p:nvSpPr>
          <p:cNvPr id="12" name="Picture Placeholder 11">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18859500" y="576072"/>
            <a:ext cx="915672" cy="914400"/>
          </a:xfrm>
        </p:spPr>
        <p:txBody>
          <a:bodyPr anchor="ctr"/>
          <a:lstStyle>
            <a:lvl1pPr algn="ctr">
              <a:defRPr sz="1600">
                <a:solidFill>
                  <a:schemeClr val="tx1"/>
                </a:solidFill>
              </a:defRPr>
            </a:lvl1pPr>
          </a:lstStyle>
          <a:p>
            <a:r>
              <a:rPr lang="en-US" dirty="0"/>
              <a:t>Pictogram</a:t>
            </a:r>
          </a:p>
        </p:txBody>
      </p:sp>
      <p:sp>
        <p:nvSpPr>
          <p:cNvPr id="4" name="Footer Placeholder 3">
            <a:extLst>
              <a:ext uri="{FF2B5EF4-FFF2-40B4-BE49-F238E27FC236}">
                <a16:creationId xmlns:a16="http://schemas.microsoft.com/office/drawing/2014/main" id="{87B96A2B-2DD4-AEBB-75C4-9215E33D2664}"/>
              </a:ext>
            </a:extLst>
          </p:cNvPr>
          <p:cNvSpPr>
            <a:spLocks noGrp="1"/>
          </p:cNvSpPr>
          <p:nvPr>
            <p:ph type="ftr" sz="quarter" idx="18"/>
          </p:nvPr>
        </p:nvSpPr>
        <p:spPr/>
        <p:txBody>
          <a:bodyPr/>
          <a:lstStyle/>
          <a:p>
            <a:endParaRPr lang="en-US" dirty="0"/>
          </a:p>
        </p:txBody>
      </p:sp>
      <p:cxnSp>
        <p:nvCxnSpPr>
          <p:cNvPr id="13" name="Straight Connector 12">
            <a:extLst>
              <a:ext uri="{FF2B5EF4-FFF2-40B4-BE49-F238E27FC236}">
                <a16:creationId xmlns:a16="http://schemas.microsoft.com/office/drawing/2014/main" id="{202744BD-C7A4-D538-2E19-AA279C025A21}"/>
              </a:ext>
            </a:extLst>
          </p:cNvPr>
          <p:cNvCxnSpPr/>
          <p:nvPr userDrawn="1"/>
        </p:nvCxnSpPr>
        <p:spPr bwMode="auto">
          <a:xfrm>
            <a:off x="12188952"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ADCE883F-3781-7F7E-8236-8BB5CEBAD77C}"/>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Slide Number">
            <a:extLst>
              <a:ext uri="{FF2B5EF4-FFF2-40B4-BE49-F238E27FC236}">
                <a16:creationId xmlns:a16="http://schemas.microsoft.com/office/drawing/2014/main" id="{FE28AB83-26B6-464D-000B-077BBC188616}"/>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439489643"/>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576072" y="2478024"/>
            <a:ext cx="6670675" cy="3048000"/>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12763500" y="2476500"/>
            <a:ext cx="6667500" cy="3048000"/>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576072" y="8385048"/>
            <a:ext cx="6670676" cy="3048000"/>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12763501" y="8382000"/>
            <a:ext cx="6667500" cy="3048000"/>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12">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576072" y="576072"/>
            <a:ext cx="1216152" cy="1216152"/>
          </a:xfrm>
        </p:spPr>
        <p:txBody>
          <a:bodyPr anchor="ctr"/>
          <a:lstStyle>
            <a:lvl1pPr algn="ctr">
              <a:defRPr sz="1600"/>
            </a:lvl1pPr>
          </a:lstStyle>
          <a:p>
            <a:r>
              <a:rPr lang="en-US" dirty="0"/>
              <a:t>Pictogram</a:t>
            </a:r>
          </a:p>
        </p:txBody>
      </p:sp>
      <p:sp>
        <p:nvSpPr>
          <p:cNvPr id="15" name="Picture Placeholder 14">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12763500" y="576072"/>
            <a:ext cx="1216152" cy="1216152"/>
          </a:xfrm>
        </p:spPr>
        <p:txBody>
          <a:bodyPr anchor="ctr"/>
          <a:lstStyle>
            <a:lvl1pPr algn="ctr">
              <a:defRPr sz="1600"/>
            </a:lvl1pPr>
          </a:lstStyle>
          <a:p>
            <a:r>
              <a:rPr lang="en-US" dirty="0"/>
              <a:t>Pictogram</a:t>
            </a:r>
          </a:p>
        </p:txBody>
      </p:sp>
      <p:sp>
        <p:nvSpPr>
          <p:cNvPr id="17" name="Picture Placeholder 16">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576072" y="6473951"/>
            <a:ext cx="1216152" cy="1216152"/>
          </a:xfrm>
        </p:spPr>
        <p:txBody>
          <a:bodyPr anchor="ctr"/>
          <a:lstStyle>
            <a:lvl1pPr algn="ctr">
              <a:defRPr sz="1600"/>
            </a:lvl1pPr>
          </a:lstStyle>
          <a:p>
            <a:r>
              <a:rPr lang="en-US" dirty="0"/>
              <a:t>Pictogram</a:t>
            </a:r>
          </a:p>
        </p:txBody>
      </p:sp>
      <p:sp>
        <p:nvSpPr>
          <p:cNvPr id="19" name="Picture Placeholder 18">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12763500" y="6477000"/>
            <a:ext cx="1216152" cy="1216152"/>
          </a:xfrm>
        </p:spPr>
        <p:txBody>
          <a:bodyPr anchor="ctr"/>
          <a:lstStyle>
            <a:lvl1pPr algn="ctr">
              <a:defRPr sz="1600"/>
            </a:lvl1pPr>
          </a:lstStyle>
          <a:p>
            <a:r>
              <a:rPr lang="en-US" dirty="0"/>
              <a:t>Pictogram</a:t>
            </a:r>
          </a:p>
        </p:txBody>
      </p:sp>
      <p:sp>
        <p:nvSpPr>
          <p:cNvPr id="2" name="Footer Placeholder 1">
            <a:extLst>
              <a:ext uri="{FF2B5EF4-FFF2-40B4-BE49-F238E27FC236}">
                <a16:creationId xmlns:a16="http://schemas.microsoft.com/office/drawing/2014/main" id="{007BB90E-D2B7-D6BA-E8F5-B16C3F57F6F9}"/>
              </a:ext>
            </a:extLst>
          </p:cNvPr>
          <p:cNvSpPr>
            <a:spLocks noGrp="1"/>
          </p:cNvSpPr>
          <p:nvPr>
            <p:ph type="ftr" sz="quarter" idx="19"/>
          </p:nvPr>
        </p:nvSpPr>
        <p:spPr/>
        <p:txBody>
          <a:bodyPr/>
          <a:lstStyle/>
          <a:p>
            <a:endParaRPr lang="en-US" dirty="0"/>
          </a:p>
        </p:txBody>
      </p:sp>
      <p:cxnSp>
        <p:nvCxnSpPr>
          <p:cNvPr id="14" name="Straight Connector 13">
            <a:extLst>
              <a:ext uri="{FF2B5EF4-FFF2-40B4-BE49-F238E27FC236}">
                <a16:creationId xmlns:a16="http://schemas.microsoft.com/office/drawing/2014/main" id="{00A530A6-2F26-DA70-D0D9-6DD90453CEC1}"/>
              </a:ext>
            </a:extLst>
          </p:cNvPr>
          <p:cNvCxnSpPr/>
          <p:nvPr userDrawn="1"/>
        </p:nvCxnSpPr>
        <p:spPr bwMode="auto">
          <a:xfrm>
            <a:off x="12192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9C5483A0-0E31-72CE-21C3-6248FAEBC09A}"/>
              </a:ext>
            </a:extLst>
          </p:cNvPr>
          <p:cNvCxnSpPr/>
          <p:nvPr userDrawn="1"/>
        </p:nvCxnSpPr>
        <p:spPr bwMode="auto">
          <a:xfrm>
            <a:off x="56832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Slide Number">
            <a:extLst>
              <a:ext uri="{FF2B5EF4-FFF2-40B4-BE49-F238E27FC236}">
                <a16:creationId xmlns:a16="http://schemas.microsoft.com/office/drawing/2014/main" id="{FDDCE3A8-54F6-70FC-38D0-2AF2D8AB71EE}"/>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400444779"/>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oxes, 4 stacked,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1682496"/>
            <a:ext cx="5715000" cy="2276856"/>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5024" y="576072"/>
            <a:ext cx="495300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0" y="576072"/>
            <a:ext cx="495935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endParaRPr lang="en-US" dirty="0"/>
          </a:p>
        </p:txBody>
      </p:sp>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72" y="576072"/>
            <a:ext cx="4956175" cy="1141412"/>
          </a:xfrm>
        </p:spPr>
        <p:txBody>
          <a:bodyPr/>
          <a:lstStyle>
            <a:lvl1pPr>
              <a:defRPr sz="2800">
                <a:solidFill>
                  <a:schemeClr val="tx2"/>
                </a:solidFill>
              </a:defRPr>
            </a:lvl1pPr>
          </a:lstStyle>
          <a:p>
            <a:pPr lvl="0"/>
            <a:r>
              <a:rPr lang="en-US"/>
              <a:t>Click to edit Master text styles</a:t>
            </a:r>
          </a:p>
        </p:txBody>
      </p:sp>
      <p:sp>
        <p:nvSpPr>
          <p:cNvPr id="6" name="Slide Number">
            <a:extLst>
              <a:ext uri="{FF2B5EF4-FFF2-40B4-BE49-F238E27FC236}">
                <a16:creationId xmlns:a16="http://schemas.microsoft.com/office/drawing/2014/main" id="{6CE92126-B67C-8301-95D0-A821B804399E}"/>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091769836"/>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oxes, 4 stacked,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1527048"/>
            <a:ext cx="11044239" cy="2276856"/>
          </a:xfrm>
        </p:spPr>
        <p:txBody>
          <a:bodyPr rIns="457200"/>
          <a:lstStyle>
            <a:lvl1pPr>
              <a:lnSpc>
                <a:spcPct val="110000"/>
              </a:lnSpc>
              <a:defRPr sz="6400">
                <a:solidFill>
                  <a:schemeClr val="tx2"/>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69913"/>
            <a:ext cx="495300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0" y="569913"/>
            <a:ext cx="495935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endParaRPr lang="en-US" dirty="0"/>
          </a:p>
        </p:txBody>
      </p:sp>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72" y="576072"/>
            <a:ext cx="4956175" cy="448056"/>
          </a:xfrm>
        </p:spPr>
        <p:txBody>
          <a:bodyPr/>
          <a:lstStyle>
            <a:lvl1pPr>
              <a:defRPr sz="2800">
                <a:solidFill>
                  <a:schemeClr val="tx2"/>
                </a:solidFill>
              </a:defRPr>
            </a:lvl1pPr>
          </a:lstStyle>
          <a:p>
            <a:pPr lvl="0"/>
            <a:r>
              <a:rPr lang="en-US"/>
              <a:t>Click to edit Master text styles</a:t>
            </a:r>
          </a:p>
        </p:txBody>
      </p:sp>
      <p:sp>
        <p:nvSpPr>
          <p:cNvPr id="6" name="Slide Number">
            <a:extLst>
              <a:ext uri="{FF2B5EF4-FFF2-40B4-BE49-F238E27FC236}">
                <a16:creationId xmlns:a16="http://schemas.microsoft.com/office/drawing/2014/main" id="{D8351E8F-C586-866F-37A3-340B3DD347B2}"/>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323594236"/>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72" y="576072"/>
            <a:ext cx="4956175" cy="4573587"/>
          </a:xfrm>
        </p:spPr>
        <p:txBody>
          <a:bodyPr/>
          <a:lstStyle>
            <a:lvl1pPr>
              <a:lnSpc>
                <a:spcPct val="100000"/>
              </a:lnSpc>
              <a:defRPr sz="2800">
                <a:solidFill>
                  <a:schemeClr val="tx2"/>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2" y="6656832"/>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3241"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0"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endParaRPr lang="en-US" dirty="0"/>
          </a:p>
        </p:txBody>
      </p:sp>
      <p:sp>
        <p:nvSpPr>
          <p:cNvPr id="5" name="Slide Number">
            <a:extLst>
              <a:ext uri="{FF2B5EF4-FFF2-40B4-BE49-F238E27FC236}">
                <a16:creationId xmlns:a16="http://schemas.microsoft.com/office/drawing/2014/main" id="{7D0BCD34-4CA7-388C-5244-7DC8F9F36FA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583444486"/>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72" y="384048"/>
            <a:ext cx="11050589" cy="4573587"/>
          </a:xfrm>
        </p:spPr>
        <p:txBody>
          <a:bodyPr rIns="457200"/>
          <a:lstStyle>
            <a:lvl1pPr>
              <a:lnSpc>
                <a:spcPct val="100000"/>
              </a:lnSpc>
              <a:defRPr>
                <a:solidFill>
                  <a:schemeClr val="tx2"/>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2" y="6656832"/>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9591"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0"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endParaRPr lang="en-US" dirty="0"/>
          </a:p>
        </p:txBody>
      </p:sp>
      <p:sp>
        <p:nvSpPr>
          <p:cNvPr id="5" name="Slide Number">
            <a:extLst>
              <a:ext uri="{FF2B5EF4-FFF2-40B4-BE49-F238E27FC236}">
                <a16:creationId xmlns:a16="http://schemas.microsoft.com/office/drawing/2014/main" id="{238163DF-77AB-875A-C8AC-2F8AEABFB85F}"/>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024249331"/>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576072"/>
            <a:ext cx="4949825" cy="4573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76072"/>
            <a:ext cx="495300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0" y="576072"/>
            <a:ext cx="495935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6665976" y="576072"/>
            <a:ext cx="495300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Text Placeholder 4">
            <a:extLst>
              <a:ext uri="{FF2B5EF4-FFF2-40B4-BE49-F238E27FC236}">
                <a16:creationId xmlns:a16="http://schemas.microsoft.com/office/drawing/2014/main" id="{AB1A268B-43F5-F600-93B7-6248877F5D30}"/>
              </a:ext>
            </a:extLst>
          </p:cNvPr>
          <p:cNvSpPr>
            <a:spLocks noGrp="1"/>
          </p:cNvSpPr>
          <p:nvPr>
            <p:ph type="body" sz="quarter" idx="21"/>
          </p:nvPr>
        </p:nvSpPr>
        <p:spPr>
          <a:xfrm>
            <a:off x="6669151"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01A4BD59-9F51-7E32-8659-A763D0799EB2}"/>
              </a:ext>
            </a:extLst>
          </p:cNvPr>
          <p:cNvSpPr>
            <a:spLocks noGrp="1"/>
          </p:cNvSpPr>
          <p:nvPr>
            <p:ph type="ftr" sz="quarter" idx="22"/>
          </p:nvPr>
        </p:nvSpPr>
        <p:spPr/>
        <p:txBody>
          <a:bodyPr/>
          <a:lstStyle/>
          <a:p>
            <a:endParaRPr lang="en-US" dirty="0"/>
          </a:p>
        </p:txBody>
      </p:sp>
      <p:sp>
        <p:nvSpPr>
          <p:cNvPr id="6" name="Slide Number">
            <a:extLst>
              <a:ext uri="{FF2B5EF4-FFF2-40B4-BE49-F238E27FC236}">
                <a16:creationId xmlns:a16="http://schemas.microsoft.com/office/drawing/2014/main" id="{180E7AB4-F0E4-7C09-7FE7-9F182217FE07}"/>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3" name="Straight Connector 2">
            <a:extLst>
              <a:ext uri="{FF2B5EF4-FFF2-40B4-BE49-F238E27FC236}">
                <a16:creationId xmlns:a16="http://schemas.microsoft.com/office/drawing/2014/main" id="{3D492FDB-9D55-98D5-E9DE-229473DD5942}"/>
              </a:ext>
            </a:extLst>
          </p:cNvPr>
          <p:cNvCxnSpPr>
            <a:cxnSpLocks/>
          </p:cNvCxnSpPr>
          <p:nvPr userDrawn="1"/>
        </p:nvCxnSpPr>
        <p:spPr bwMode="auto">
          <a:xfrm>
            <a:off x="6096000" y="6096000"/>
            <a:ext cx="1772285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1F6D0C9D-C937-48E3-BE84-3DA0D1BC274C}"/>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0B31714F-DB23-BEBB-75A7-6BFF47AECDDF}"/>
              </a:ext>
            </a:extLst>
          </p:cNvPr>
          <p:cNvCxnSpPr/>
          <p:nvPr userDrawn="1"/>
        </p:nvCxnSpPr>
        <p:spPr bwMode="auto">
          <a:xfrm>
            <a:off x="18294784"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62478703"/>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576072" y="576072"/>
            <a:ext cx="4949825" cy="2859087"/>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6667500" y="1333500"/>
            <a:ext cx="4951413"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12763501" y="1333500"/>
            <a:ext cx="4953000"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18859501" y="1333500"/>
            <a:ext cx="4953000"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6667500" y="7429500"/>
            <a:ext cx="4951413"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12763501" y="7429500"/>
            <a:ext cx="4951413" cy="3792682"/>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18859501" y="7429500"/>
            <a:ext cx="4953000"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Picture Placeholder 15">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6667500" y="576072"/>
            <a:ext cx="402336" cy="403225"/>
          </a:xfrm>
        </p:spPr>
        <p:txBody>
          <a:bodyPr/>
          <a:lstStyle>
            <a:lvl1pPr>
              <a:defRPr sz="1400">
                <a:solidFill>
                  <a:schemeClr val="tx1"/>
                </a:solidFill>
              </a:defRPr>
            </a:lvl1pPr>
          </a:lstStyle>
          <a:p>
            <a:r>
              <a:rPr lang="en-US" dirty="0"/>
              <a:t>Icon</a:t>
            </a:r>
          </a:p>
        </p:txBody>
      </p:sp>
      <p:sp>
        <p:nvSpPr>
          <p:cNvPr id="17" name="Picture Placeholder 15">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12763501" y="576072"/>
            <a:ext cx="402336" cy="403225"/>
          </a:xfrm>
        </p:spPr>
        <p:txBody>
          <a:bodyPr/>
          <a:lstStyle>
            <a:lvl1pPr>
              <a:defRPr sz="1400">
                <a:solidFill>
                  <a:schemeClr val="tx1"/>
                </a:solidFill>
              </a:defRPr>
            </a:lvl1pPr>
          </a:lstStyle>
          <a:p>
            <a:r>
              <a:rPr lang="en-US" dirty="0"/>
              <a:t>Icon</a:t>
            </a:r>
          </a:p>
        </p:txBody>
      </p:sp>
      <p:sp>
        <p:nvSpPr>
          <p:cNvPr id="18" name="Picture Placeholder 15">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18859501" y="576072"/>
            <a:ext cx="402336" cy="403225"/>
          </a:xfrm>
        </p:spPr>
        <p:txBody>
          <a:bodyPr/>
          <a:lstStyle>
            <a:lvl1pPr>
              <a:defRPr sz="1400">
                <a:solidFill>
                  <a:schemeClr val="tx1"/>
                </a:solidFill>
              </a:defRPr>
            </a:lvl1pPr>
          </a:lstStyle>
          <a:p>
            <a:r>
              <a:rPr lang="en-US" dirty="0"/>
              <a:t>Icon</a:t>
            </a:r>
          </a:p>
        </p:txBody>
      </p:sp>
      <p:sp>
        <p:nvSpPr>
          <p:cNvPr id="19" name="Picture Placeholder 15">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6667500" y="6694631"/>
            <a:ext cx="402336" cy="403225"/>
          </a:xfrm>
        </p:spPr>
        <p:txBody>
          <a:bodyPr/>
          <a:lstStyle>
            <a:lvl1pPr>
              <a:defRPr sz="1400">
                <a:solidFill>
                  <a:schemeClr val="tx1"/>
                </a:solidFill>
              </a:defRPr>
            </a:lvl1pPr>
          </a:lstStyle>
          <a:p>
            <a:r>
              <a:rPr lang="en-US" dirty="0"/>
              <a:t>Icon</a:t>
            </a:r>
          </a:p>
        </p:txBody>
      </p:sp>
      <p:sp>
        <p:nvSpPr>
          <p:cNvPr id="20" name="Picture Placeholder 15">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12763501" y="6694631"/>
            <a:ext cx="402336" cy="403225"/>
          </a:xfrm>
        </p:spPr>
        <p:txBody>
          <a:bodyPr/>
          <a:lstStyle>
            <a:lvl1pPr>
              <a:defRPr sz="1400">
                <a:solidFill>
                  <a:schemeClr val="tx1"/>
                </a:solidFill>
              </a:defRPr>
            </a:lvl1pPr>
          </a:lstStyle>
          <a:p>
            <a:r>
              <a:rPr lang="en-US" dirty="0"/>
              <a:t>Icon</a:t>
            </a:r>
          </a:p>
        </p:txBody>
      </p:sp>
      <p:sp>
        <p:nvSpPr>
          <p:cNvPr id="21" name="Picture Placeholder 15">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18859501" y="6694631"/>
            <a:ext cx="402336" cy="403225"/>
          </a:xfrm>
        </p:spPr>
        <p:txBody>
          <a:bodyPr/>
          <a:lstStyle>
            <a:lvl1pPr>
              <a:defRPr sz="1400">
                <a:solidFill>
                  <a:schemeClr val="tx1"/>
                </a:solidFill>
              </a:defRPr>
            </a:lvl1pPr>
          </a:lstStyle>
          <a:p>
            <a:r>
              <a:rPr lang="en-US" dirty="0"/>
              <a:t>Icon</a:t>
            </a:r>
          </a:p>
        </p:txBody>
      </p:sp>
      <p:sp>
        <p:nvSpPr>
          <p:cNvPr id="4" name="Footer Placeholder 3">
            <a:extLst>
              <a:ext uri="{FF2B5EF4-FFF2-40B4-BE49-F238E27FC236}">
                <a16:creationId xmlns:a16="http://schemas.microsoft.com/office/drawing/2014/main" id="{09A430D6-E733-E611-E1EF-A795D0B0362A}"/>
              </a:ext>
            </a:extLst>
          </p:cNvPr>
          <p:cNvSpPr>
            <a:spLocks noGrp="1"/>
          </p:cNvSpPr>
          <p:nvPr>
            <p:ph type="ftr" sz="quarter" idx="23"/>
          </p:nvPr>
        </p:nvSpPr>
        <p:spPr/>
        <p:txBody>
          <a:bodyPr/>
          <a:lstStyle/>
          <a:p>
            <a:endParaRPr lang="en-US" dirty="0"/>
          </a:p>
        </p:txBody>
      </p:sp>
      <p:cxnSp>
        <p:nvCxnSpPr>
          <p:cNvPr id="23" name="Straight Connector 22">
            <a:extLst>
              <a:ext uri="{FF2B5EF4-FFF2-40B4-BE49-F238E27FC236}">
                <a16:creationId xmlns:a16="http://schemas.microsoft.com/office/drawing/2014/main" id="{252CDB94-BA57-B58F-95F0-D406FE34BB40}"/>
              </a:ext>
            </a:extLst>
          </p:cNvPr>
          <p:cNvCxnSpPr>
            <a:cxnSpLocks/>
          </p:cNvCxnSpPr>
          <p:nvPr userDrawn="1"/>
        </p:nvCxnSpPr>
        <p:spPr bwMode="auto">
          <a:xfrm>
            <a:off x="6096000" y="6096000"/>
            <a:ext cx="1772285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B5CBE6E3-0E18-8A57-578D-D314948AF14F}"/>
              </a:ext>
            </a:extLst>
          </p:cNvPr>
          <p:cNvCxnSpPr/>
          <p:nvPr userDrawn="1"/>
        </p:nvCxnSpPr>
        <p:spPr bwMode="auto">
          <a:xfrm>
            <a:off x="6096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47200B05-7E36-4E03-3739-0BA983764616}"/>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52FF3B59-8BBA-8C99-9D4D-743723E434FC}"/>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Slide Number">
            <a:extLst>
              <a:ext uri="{FF2B5EF4-FFF2-40B4-BE49-F238E27FC236}">
                <a16:creationId xmlns:a16="http://schemas.microsoft.com/office/drawing/2014/main" id="{A0B46D22-64E6-4222-F4E2-B807A7A15287}"/>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941350859"/>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72" y="384048"/>
            <a:ext cx="11039475" cy="3413126"/>
          </a:xfrm>
        </p:spPr>
        <p:txBody>
          <a:bodyPr rIns="457200"/>
          <a:lstStyle>
            <a:lvl1pPr>
              <a:lnSpc>
                <a:spcPct val="100000"/>
              </a:lnSpc>
              <a:defRPr sz="64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63500"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2675"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1276350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18862675"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576072" y="6665976"/>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666750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endParaRPr lang="en-US" dirty="0"/>
          </a:p>
        </p:txBody>
      </p:sp>
      <p:cxnSp>
        <p:nvCxnSpPr>
          <p:cNvPr id="16" name="Straight Connector 15">
            <a:extLst>
              <a:ext uri="{FF2B5EF4-FFF2-40B4-BE49-F238E27FC236}">
                <a16:creationId xmlns:a16="http://schemas.microsoft.com/office/drawing/2014/main" id="{4F455E69-0B51-1D31-E569-651079398D33}"/>
              </a:ext>
            </a:extLst>
          </p:cNvPr>
          <p:cNvCxnSpPr>
            <a:cxnSpLocks/>
          </p:cNvCxnSpPr>
          <p:nvPr userDrawn="1"/>
        </p:nvCxnSpPr>
        <p:spPr bwMode="auto">
          <a:xfrm>
            <a:off x="57467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54C560F4-CB2D-6B04-588B-57BB4D4E6DC3}"/>
              </a:ext>
            </a:extLst>
          </p:cNvPr>
          <p:cNvCxnSpPr>
            <a:cxnSpLocks/>
          </p:cNvCxnSpPr>
          <p:nvPr userDrawn="1"/>
        </p:nvCxnSpPr>
        <p:spPr bwMode="auto">
          <a:xfrm>
            <a:off x="6096000" y="6096000"/>
            <a:ext cx="0" cy="5905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B87B78A1-A315-98D3-1692-18AAAF4C6002}"/>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F764036E-86AB-0893-B72B-200B84A6BCFD}"/>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25C7A71B-E65D-0A5D-606D-9F95D5AC6BE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190698796"/>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72" y="576072"/>
            <a:ext cx="4949825" cy="3413126"/>
          </a:xfrm>
        </p:spPr>
        <p:txBody>
          <a:bodyPr rIns="0"/>
          <a:lstStyle>
            <a:lvl1pPr>
              <a:lnSpc>
                <a:spcPct val="110000"/>
              </a:lnSpc>
              <a:defRPr sz="36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63500"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2675"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1276350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18862675"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58016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666750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endParaRPr lang="en-US" dirty="0"/>
          </a:p>
        </p:txBody>
      </p:sp>
      <p:cxnSp>
        <p:nvCxnSpPr>
          <p:cNvPr id="16" name="Straight Connector 15">
            <a:extLst>
              <a:ext uri="{FF2B5EF4-FFF2-40B4-BE49-F238E27FC236}">
                <a16:creationId xmlns:a16="http://schemas.microsoft.com/office/drawing/2014/main" id="{4F455E69-0B51-1D31-E569-651079398D33}"/>
              </a:ext>
            </a:extLst>
          </p:cNvPr>
          <p:cNvCxnSpPr>
            <a:cxnSpLocks/>
          </p:cNvCxnSpPr>
          <p:nvPr userDrawn="1"/>
        </p:nvCxnSpPr>
        <p:spPr bwMode="auto">
          <a:xfrm>
            <a:off x="57467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54C560F4-CB2D-6B04-588B-57BB4D4E6DC3}"/>
              </a:ext>
            </a:extLst>
          </p:cNvPr>
          <p:cNvCxnSpPr>
            <a:cxnSpLocks/>
          </p:cNvCxnSpPr>
          <p:nvPr userDrawn="1"/>
        </p:nvCxnSpPr>
        <p:spPr bwMode="auto">
          <a:xfrm>
            <a:off x="6096000" y="6096000"/>
            <a:ext cx="0" cy="5905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B87B78A1-A315-98D3-1692-18AAAF4C6002}"/>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F764036E-86AB-0893-B72B-200B84A6BCFD}"/>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78DA00F4-B5C9-B0CB-71F8-ED123EAA68C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960967149"/>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72" y="3429000"/>
            <a:ext cx="4956175" cy="8572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6667500" y="3429000"/>
            <a:ext cx="4951413" cy="8572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977F84A-1700-568D-FF6C-C74EAF713E1A}"/>
              </a:ext>
            </a:extLst>
          </p:cNvPr>
          <p:cNvSpPr>
            <a:spLocks noGrp="1"/>
          </p:cNvSpPr>
          <p:nvPr>
            <p:ph type="ftr" sz="quarter" idx="14"/>
          </p:nvPr>
        </p:nvSpPr>
        <p:spPr/>
        <p:txBody>
          <a:bodyPr/>
          <a:lstStyle/>
          <a:p>
            <a:endParaRPr lang="en-US" dirty="0"/>
          </a:p>
        </p:txBody>
      </p:sp>
      <p:sp>
        <p:nvSpPr>
          <p:cNvPr id="5" name="Picture Placeholder 10">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12763500" y="569913"/>
            <a:ext cx="11049000" cy="12574587"/>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6004458"/>
      </p:ext>
    </p:extLst>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23555959" y="12896848"/>
            <a:ext cx="256541" cy="254001"/>
          </a:xfrm>
          <a:prstGeom prst="rect">
            <a:avLst/>
          </a:prstGeom>
        </p:spPr>
        <p:txBody>
          <a:bodyPr/>
          <a:lstStyle/>
          <a:p>
            <a:fld id="{86CB4B4D-7CA3-9044-876B-883B54F8677D}" type="slidenum">
              <a:rPr lang="en-US" smtClean="0"/>
              <a:t>‹#›</a:t>
            </a:fld>
            <a:endParaRPr lang="en-US" dirty="0"/>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endParaRPr lang="en-US" dirty="0"/>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576072" y="3429000"/>
            <a:ext cx="4956175" cy="8572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6096000" y="0"/>
            <a:ext cx="18291175" cy="13716000"/>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3485144176"/>
      </p:ext>
    </p:extLst>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23555959" y="12896848"/>
            <a:ext cx="256541" cy="254001"/>
          </a:xfrm>
          <a:prstGeom prst="rect">
            <a:avLst/>
          </a:prstGeom>
        </p:spPr>
        <p:txBody>
          <a:bodyPr/>
          <a:lstStyle/>
          <a:p>
            <a:fld id="{86CB4B4D-7CA3-9044-876B-883B54F8677D}" type="slidenum">
              <a:rPr lang="en-US" smtClean="0"/>
              <a:t>‹#›</a:t>
            </a:fld>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72" y="3429000"/>
            <a:ext cx="4956175" cy="8572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378C6A11-84D9-C1BA-F3C9-2E9D1A288B25}"/>
              </a:ext>
            </a:extLst>
          </p:cNvPr>
          <p:cNvSpPr>
            <a:spLocks noGrp="1"/>
          </p:cNvSpPr>
          <p:nvPr>
            <p:ph type="ftr" sz="quarter" idx="13"/>
          </p:nvPr>
        </p:nvSpPr>
        <p:spPr/>
        <p:txBody>
          <a:bodyPr/>
          <a:lstStyle/>
          <a:p>
            <a:endParaRPr lang="en-US" dirty="0"/>
          </a:p>
        </p:txBody>
      </p:sp>
      <p:sp>
        <p:nvSpPr>
          <p:cNvPr id="7" name="Picture Placeholder 6">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6667500" y="565151"/>
            <a:ext cx="17151350" cy="12579349"/>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2723182277"/>
      </p:ext>
    </p:extLst>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Video or imagery, bleed">
    <p:bg>
      <p:bgPr>
        <a:solidFill>
          <a:schemeClr val="bg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0C9F466-AC9D-B311-5655-93E326ED59B1}"/>
              </a:ext>
            </a:extLst>
          </p:cNvPr>
          <p:cNvSpPr>
            <a:spLocks noGrp="1"/>
          </p:cNvSpPr>
          <p:nvPr>
            <p:ph type="sldNum" sz="quarter" idx="10"/>
          </p:nvPr>
        </p:nvSpPr>
        <p:spPr>
          <a:xfrm>
            <a:off x="23555959" y="12896848"/>
            <a:ext cx="256541" cy="254001"/>
          </a:xfrm>
          <a:prstGeom prst="rect">
            <a:avLst/>
          </a:prstGeom>
        </p:spPr>
        <p:txBody>
          <a:bodyPr/>
          <a:lstStyle/>
          <a:p>
            <a:fld id="{86CB4B4D-7CA3-9044-876B-883B54F8677D}" type="slidenum">
              <a:rPr lang="en-US" smtClean="0"/>
              <a:t>‹#›</a:t>
            </a:fld>
            <a:endParaRPr lang="en-US" dirty="0"/>
          </a:p>
        </p:txBody>
      </p:sp>
      <p:sp>
        <p:nvSpPr>
          <p:cNvPr id="4" name="Picture Placeholder 3">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1" y="0"/>
            <a:ext cx="24387174" cy="13715999"/>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3430130626"/>
      </p:ext>
    </p:extLst>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Video or imagery, inset">
    <p:bg>
      <p:bgPr>
        <a:solidFill>
          <a:schemeClr val="bg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0C9F466-AC9D-B311-5655-93E326ED59B1}"/>
              </a:ext>
            </a:extLst>
          </p:cNvPr>
          <p:cNvSpPr>
            <a:spLocks noGrp="1"/>
          </p:cNvSpPr>
          <p:nvPr>
            <p:ph type="sldNum" sz="quarter" idx="10"/>
          </p:nvPr>
        </p:nvSpPr>
        <p:spPr>
          <a:xfrm>
            <a:off x="23555959" y="12896848"/>
            <a:ext cx="256541" cy="254001"/>
          </a:xfrm>
          <a:prstGeom prst="rect">
            <a:avLst/>
          </a:prstGeom>
        </p:spPr>
        <p:txBody>
          <a:bodyPr/>
          <a:lstStyle/>
          <a:p>
            <a:fld id="{86CB4B4D-7CA3-9044-876B-883B54F8677D}" type="slidenum">
              <a:rPr lang="en-US" smtClean="0"/>
              <a:t>‹#›</a:t>
            </a:fld>
            <a:endParaRPr lang="en-US" dirty="0"/>
          </a:p>
        </p:txBody>
      </p:sp>
      <p:sp>
        <p:nvSpPr>
          <p:cNvPr id="4" name="Picture Placeholder 3">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568325" y="569913"/>
            <a:ext cx="23244175" cy="12580936"/>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1233576642"/>
      </p:ext>
    </p:extLst>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AB8510EE-4140-AEDB-B7AB-EF1D4B72D2AD}"/>
              </a:ext>
            </a:extLst>
          </p:cNvPr>
          <p:cNvSpPr>
            <a:spLocks noGrp="1"/>
          </p:cNvSpPr>
          <p:nvPr>
            <p:ph type="pic" sz="quarter" idx="11" hasCustomPrompt="1"/>
          </p:nvPr>
        </p:nvSpPr>
        <p:spPr>
          <a:xfrm>
            <a:off x="576072" y="61214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3429000" y="61214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7">
            <a:extLst>
              <a:ext uri="{FF2B5EF4-FFF2-40B4-BE49-F238E27FC236}">
                <a16:creationId xmlns:a16="http://schemas.microsoft.com/office/drawing/2014/main" id="{3F048335-9A0B-2C1F-47A6-67051F20075E}"/>
              </a:ext>
            </a:extLst>
          </p:cNvPr>
          <p:cNvSpPr>
            <a:spLocks noGrp="1"/>
          </p:cNvSpPr>
          <p:nvPr>
            <p:ph type="pic" sz="quarter" idx="13" hasCustomPrompt="1"/>
          </p:nvPr>
        </p:nvSpPr>
        <p:spPr>
          <a:xfrm>
            <a:off x="576072" y="95250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3429000" y="9525001"/>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85D83A84-CCD3-C297-7314-225B96D47D6A}"/>
              </a:ext>
            </a:extLst>
          </p:cNvPr>
          <p:cNvSpPr>
            <a:spLocks noGrp="1"/>
          </p:cNvSpPr>
          <p:nvPr>
            <p:ph type="ftr" sz="quarter" idx="19"/>
          </p:nvPr>
        </p:nvSpPr>
        <p:spPr/>
        <p:txBody>
          <a:bodyPr/>
          <a:lstStyle/>
          <a:p>
            <a:endParaRPr lang="en-US" dirty="0"/>
          </a:p>
        </p:txBody>
      </p:sp>
      <p:sp>
        <p:nvSpPr>
          <p:cNvPr id="17" name="Picture Placeholder 7">
            <a:extLst>
              <a:ext uri="{FF2B5EF4-FFF2-40B4-BE49-F238E27FC236}">
                <a16:creationId xmlns:a16="http://schemas.microsoft.com/office/drawing/2014/main" id="{E889D859-F4A1-3E97-F05E-8D134A25B9F2}"/>
              </a:ext>
            </a:extLst>
          </p:cNvPr>
          <p:cNvSpPr>
            <a:spLocks noGrp="1"/>
          </p:cNvSpPr>
          <p:nvPr>
            <p:ph type="pic" sz="quarter" idx="20" hasCustomPrompt="1"/>
          </p:nvPr>
        </p:nvSpPr>
        <p:spPr>
          <a:xfrm>
            <a:off x="576072" y="2667000"/>
            <a:ext cx="2473325" cy="2476500"/>
          </a:xfrm>
          <a:solidFill>
            <a:srgbClr val="E0E0E0"/>
          </a:solidFill>
        </p:spPr>
        <p:txBody>
          <a:bodyPr anchor="ctr"/>
          <a:lstStyle>
            <a:lvl1pPr algn="ctr">
              <a:defRPr>
                <a:solidFill>
                  <a:schemeClr val="accent5"/>
                </a:solidFill>
              </a:defRPr>
            </a:lvl1pPr>
          </a:lstStyle>
          <a:p>
            <a:r>
              <a:rPr lang="en-US" dirty="0"/>
              <a:t>Place imagery here</a:t>
            </a:r>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3429000" y="26670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7">
            <a:extLst>
              <a:ext uri="{FF2B5EF4-FFF2-40B4-BE49-F238E27FC236}">
                <a16:creationId xmlns:a16="http://schemas.microsoft.com/office/drawing/2014/main" id="{A33F8C74-1D30-FEA9-4F3C-636531C86142}"/>
              </a:ext>
            </a:extLst>
          </p:cNvPr>
          <p:cNvSpPr>
            <a:spLocks noGrp="1"/>
          </p:cNvSpPr>
          <p:nvPr>
            <p:ph type="pic" sz="quarter" idx="22" hasCustomPrompt="1"/>
          </p:nvPr>
        </p:nvSpPr>
        <p:spPr>
          <a:xfrm>
            <a:off x="12757150" y="61214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15617825" y="61214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7">
            <a:extLst>
              <a:ext uri="{FF2B5EF4-FFF2-40B4-BE49-F238E27FC236}">
                <a16:creationId xmlns:a16="http://schemas.microsoft.com/office/drawing/2014/main" id="{2E690121-61A1-708E-E5B8-5B65A668E628}"/>
              </a:ext>
            </a:extLst>
          </p:cNvPr>
          <p:cNvSpPr>
            <a:spLocks noGrp="1"/>
          </p:cNvSpPr>
          <p:nvPr>
            <p:ph type="pic" sz="quarter" idx="24" hasCustomPrompt="1"/>
          </p:nvPr>
        </p:nvSpPr>
        <p:spPr>
          <a:xfrm>
            <a:off x="12757150" y="95250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15617825" y="9525001"/>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7">
            <a:extLst>
              <a:ext uri="{FF2B5EF4-FFF2-40B4-BE49-F238E27FC236}">
                <a16:creationId xmlns:a16="http://schemas.microsoft.com/office/drawing/2014/main" id="{F94AC7E0-2DC4-5DEB-8E1E-2F27996F98E6}"/>
              </a:ext>
            </a:extLst>
          </p:cNvPr>
          <p:cNvSpPr>
            <a:spLocks noGrp="1"/>
          </p:cNvSpPr>
          <p:nvPr>
            <p:ph type="pic" sz="quarter" idx="26" hasCustomPrompt="1"/>
          </p:nvPr>
        </p:nvSpPr>
        <p:spPr>
          <a:xfrm>
            <a:off x="12757150" y="26670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15617825" y="26670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Slide Number">
            <a:extLst>
              <a:ext uri="{FF2B5EF4-FFF2-40B4-BE49-F238E27FC236}">
                <a16:creationId xmlns:a16="http://schemas.microsoft.com/office/drawing/2014/main" id="{74870601-E9CA-9D0E-804F-2A7353CE534A}"/>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749200783"/>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4573587"/>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6667500" y="569913"/>
            <a:ext cx="17145000" cy="11431587"/>
          </a:xfrm>
        </p:spPr>
        <p:txBody>
          <a:bodyPr anchor="ctr"/>
          <a:lstStyle>
            <a:lvl1pPr algn="ctr">
              <a:defRPr>
                <a:solidFill>
                  <a:schemeClr val="tx1"/>
                </a:solidFill>
              </a:defRPr>
            </a:lvl1pPr>
          </a:lstStyle>
          <a:p>
            <a:r>
              <a:rPr lang="en-US" dirty="0"/>
              <a:t>Click icon to add table</a:t>
            </a:r>
          </a:p>
        </p:txBody>
      </p:sp>
      <p:sp>
        <p:nvSpPr>
          <p:cNvPr id="4" name="Footer Placeholder 3">
            <a:extLst>
              <a:ext uri="{FF2B5EF4-FFF2-40B4-BE49-F238E27FC236}">
                <a16:creationId xmlns:a16="http://schemas.microsoft.com/office/drawing/2014/main" id="{B48A8EE3-1224-3A4B-8A9E-611D8DCF629F}"/>
              </a:ext>
            </a:extLst>
          </p:cNvPr>
          <p:cNvSpPr>
            <a:spLocks noGrp="1"/>
          </p:cNvSpPr>
          <p:nvPr>
            <p:ph type="ftr" sz="quarter" idx="12"/>
          </p:nvPr>
        </p:nvSpPr>
        <p:spPr/>
        <p:txBody>
          <a:bodyPr/>
          <a:lstStyle/>
          <a:p>
            <a:endParaRPr lang="en-US" dirty="0"/>
          </a:p>
        </p:txBody>
      </p:sp>
      <p:sp>
        <p:nvSpPr>
          <p:cNvPr id="6" name="Slide Number">
            <a:extLst>
              <a:ext uri="{FF2B5EF4-FFF2-40B4-BE49-F238E27FC236}">
                <a16:creationId xmlns:a16="http://schemas.microsoft.com/office/drawing/2014/main" id="{7989FA07-F7B7-BE4B-581F-7BE47BBA6051}"/>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4112331850"/>
      </p:ext>
    </p:extLst>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72" y="384048"/>
            <a:ext cx="4956175" cy="2859087"/>
          </a:xfrm>
        </p:spPr>
        <p:txBody>
          <a:bodyPr/>
          <a:lstStyle>
            <a:lvl1pPr>
              <a:lnSpc>
                <a:spcPct val="90000"/>
              </a:lnSpc>
              <a:spcBef>
                <a:spcPts val="0"/>
              </a:spcBef>
              <a:defRPr sz="64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US"/>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500" y="569913"/>
            <a:ext cx="4953000" cy="11431587"/>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p:txBody>
          <a:bodyPr/>
          <a:lstStyle/>
          <a:p>
            <a:endParaRPr lang="en-US" dirty="0"/>
          </a:p>
        </p:txBody>
      </p:sp>
      <p:sp>
        <p:nvSpPr>
          <p:cNvPr id="6" name="Slide Number">
            <a:extLst>
              <a:ext uri="{FF2B5EF4-FFF2-40B4-BE49-F238E27FC236}">
                <a16:creationId xmlns:a16="http://schemas.microsoft.com/office/drawing/2014/main" id="{80270476-9FE1-F85E-6F9B-322B184D8FC9}"/>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197937693"/>
      </p:ext>
    </p:extLst>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endParaRPr lang="en-US" dirty="0"/>
          </a:p>
        </p:txBody>
      </p:sp>
      <p:sp>
        <p:nvSpPr>
          <p:cNvPr id="5" name="Slide Number">
            <a:extLst>
              <a:ext uri="{FF2B5EF4-FFF2-40B4-BE49-F238E27FC236}">
                <a16:creationId xmlns:a16="http://schemas.microsoft.com/office/drawing/2014/main" id="{BAFC9C6E-79FD-9BB8-F74D-EAA013319C6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814131483"/>
      </p:ext>
    </p:extLst>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Legal disclaimer, two columns">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72" y="384048"/>
            <a:ext cx="4956175" cy="2859087"/>
          </a:xfrm>
        </p:spPr>
        <p:txBody>
          <a:bodyPr/>
          <a:lstStyle>
            <a:lvl1pPr>
              <a:lnSpc>
                <a:spcPct val="90000"/>
              </a:lnSpc>
              <a:spcBef>
                <a:spcPts val="0"/>
              </a:spcBef>
              <a:defRPr sz="64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US"/>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500" y="569913"/>
            <a:ext cx="4953000" cy="11431587"/>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581024" y="12804775"/>
            <a:ext cx="4956176" cy="381000"/>
          </a:xfrm>
        </p:spPr>
        <p:txBody>
          <a:bodyPr/>
          <a:lstStyle/>
          <a:p>
            <a:endParaRPr lang="en-US" dirty="0"/>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12763500" y="569913"/>
            <a:ext cx="4953000" cy="11431587"/>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5" name="Slide Number">
            <a:extLst>
              <a:ext uri="{FF2B5EF4-FFF2-40B4-BE49-F238E27FC236}">
                <a16:creationId xmlns:a16="http://schemas.microsoft.com/office/drawing/2014/main" id="{CAD686F0-BF95-1E62-61EC-967907338873}"/>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984166477"/>
      </p:ext>
    </p:extLst>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7060FE5-C047-4041-AB41-F553D2847ED5}"/>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465371" y="6168460"/>
            <a:ext cx="3456432" cy="1379081"/>
          </a:xfrm>
          <a:prstGeom prst="rect">
            <a:avLst/>
          </a:prstGeom>
        </p:spPr>
      </p:pic>
    </p:spTree>
    <p:extLst>
      <p:ext uri="{BB962C8B-B14F-4D97-AF65-F5344CB8AC3E}">
        <p14:creationId xmlns:p14="http://schemas.microsoft.com/office/powerpoint/2010/main" val="288483331"/>
      </p:ext>
    </p:extLst>
  </p:cSld>
  <p:clrMapOvr>
    <a:masterClrMapping/>
  </p:clrMapOvr>
  <p:transition spd="med"/>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23541592" y="12938760"/>
            <a:ext cx="270908" cy="246221"/>
          </a:xfrm>
          <a:prstGeom prst="rect">
            <a:avLst/>
          </a:prstGeom>
          <a:ln w="12700">
            <a:miter lim="400000"/>
          </a:ln>
        </p:spPr>
        <p:txBody>
          <a:bodyPr wrap="none" lIns="0" tIns="0" rIns="0" bIns="0" anchor="b" anchorCtr="0">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48" name="Title Text"/>
          <p:cNvSpPr txBox="1">
            <a:spLocks noGrp="1"/>
          </p:cNvSpPr>
          <p:nvPr>
            <p:ph type="title"/>
          </p:nvPr>
        </p:nvSpPr>
        <p:spPr>
          <a:xfrm>
            <a:off x="574675" y="577850"/>
            <a:ext cx="22590125" cy="26511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rPr dirty="0"/>
              <a:t>Title Text</a:t>
            </a:r>
          </a:p>
        </p:txBody>
      </p:sp>
      <p:sp>
        <p:nvSpPr>
          <p:cNvPr id="49" name="Body Level One…"/>
          <p:cNvSpPr txBox="1">
            <a:spLocks noGrp="1"/>
          </p:cNvSpPr>
          <p:nvPr>
            <p:ph type="body" idx="1"/>
          </p:nvPr>
        </p:nvSpPr>
        <p:spPr>
          <a:xfrm>
            <a:off x="574675" y="3327399"/>
            <a:ext cx="22590125" cy="86693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rPr dirty="0"/>
              <a:t>Body Level One</a:t>
            </a:r>
          </a:p>
          <a:p>
            <a:pPr lvl="1"/>
            <a:r>
              <a:rPr dirty="0"/>
              <a:t>Body Level Two</a:t>
            </a:r>
          </a:p>
          <a:p>
            <a:pPr lvl="2"/>
            <a:r>
              <a:rPr dirty="0"/>
              <a:t>Body Level Three</a:t>
            </a:r>
          </a:p>
          <a:p>
            <a:pPr lvl="3"/>
            <a:r>
              <a:rPr dirty="0"/>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568324" y="12804235"/>
            <a:ext cx="4956176" cy="381000"/>
          </a:xfrm>
          <a:prstGeom prst="rect">
            <a:avLst/>
          </a:prstGeom>
        </p:spPr>
        <p:txBody>
          <a:bodyPr vert="horz" lIns="0" tIns="0" rIns="0" bIns="0" rtlCol="0" anchor="b"/>
          <a:lstStyle>
            <a:lvl1pPr algn="l">
              <a:defRPr sz="1600" b="0" i="0">
                <a:solidFill>
                  <a:schemeClr val="tx1"/>
                </a:solidFill>
                <a:latin typeface="IBM Plex Sans" panose="020B0503050203000203" pitchFamily="34" charset="0"/>
              </a:defRPr>
            </a:lvl1pPr>
          </a:lstStyle>
          <a:p>
            <a:r>
              <a:rPr lang="en-US" dirty="0"/>
              <a:t>Footer text (optional)</a:t>
            </a:r>
          </a:p>
        </p:txBody>
      </p:sp>
    </p:spTree>
    <p:extLst>
      <p:ext uri="{BB962C8B-B14F-4D97-AF65-F5344CB8AC3E}">
        <p14:creationId xmlns:p14="http://schemas.microsoft.com/office/powerpoint/2010/main" val="506728418"/>
      </p:ext>
    </p:extLst>
  </p:cSld>
  <p:clrMap bg1="dk1" tx1="lt1" bg2="dk2" tx2="lt2" accent1="accent1" accent2="accent2" accent3="accent3" accent4="accent4" accent5="accent5" accent6="accent6" hlink="hlink" folHlink="folHlink"/>
  <p:sldLayoutIdLst>
    <p:sldLayoutId id="2147484005" r:id="rId1"/>
    <p:sldLayoutId id="2147484006" r:id="rId2"/>
    <p:sldLayoutId id="2147484007" r:id="rId3"/>
    <p:sldLayoutId id="2147484008" r:id="rId4"/>
    <p:sldLayoutId id="2147484009" r:id="rId5"/>
    <p:sldLayoutId id="2147484010" r:id="rId6"/>
    <p:sldLayoutId id="2147484011" r:id="rId7"/>
    <p:sldLayoutId id="2147484012" r:id="rId8"/>
    <p:sldLayoutId id="2147484051" r:id="rId9"/>
    <p:sldLayoutId id="2147484013" r:id="rId10"/>
    <p:sldLayoutId id="2147484014" r:id="rId11"/>
    <p:sldLayoutId id="2147484015" r:id="rId12"/>
    <p:sldLayoutId id="2147484052" r:id="rId13"/>
    <p:sldLayoutId id="2147484016" r:id="rId14"/>
    <p:sldLayoutId id="2147484017" r:id="rId15"/>
    <p:sldLayoutId id="2147484018" r:id="rId16"/>
    <p:sldLayoutId id="2147484019" r:id="rId17"/>
    <p:sldLayoutId id="2147484020" r:id="rId18"/>
    <p:sldLayoutId id="2147484021" r:id="rId19"/>
    <p:sldLayoutId id="2147484022" r:id="rId20"/>
    <p:sldLayoutId id="2147484023" r:id="rId21"/>
    <p:sldLayoutId id="2147484024" r:id="rId22"/>
    <p:sldLayoutId id="2147484025" r:id="rId23"/>
    <p:sldLayoutId id="2147484026" r:id="rId24"/>
    <p:sldLayoutId id="2147484027" r:id="rId25"/>
    <p:sldLayoutId id="2147484028" r:id="rId26"/>
    <p:sldLayoutId id="2147484029" r:id="rId27"/>
    <p:sldLayoutId id="2147484030" r:id="rId28"/>
    <p:sldLayoutId id="2147484031" r:id="rId29"/>
    <p:sldLayoutId id="2147484032" r:id="rId30"/>
    <p:sldLayoutId id="2147484033" r:id="rId31"/>
    <p:sldLayoutId id="2147484034" r:id="rId32"/>
    <p:sldLayoutId id="2147484035" r:id="rId33"/>
    <p:sldLayoutId id="2147484036" r:id="rId34"/>
    <p:sldLayoutId id="2147484037" r:id="rId35"/>
    <p:sldLayoutId id="2147484038" r:id="rId36"/>
    <p:sldLayoutId id="2147484039" r:id="rId37"/>
    <p:sldLayoutId id="2147484040" r:id="rId38"/>
    <p:sldLayoutId id="2147484041" r:id="rId39"/>
    <p:sldLayoutId id="2147484042" r:id="rId40"/>
    <p:sldLayoutId id="2147484043" r:id="rId41"/>
    <p:sldLayoutId id="2147484044" r:id="rId42"/>
    <p:sldLayoutId id="2147484045" r:id="rId43"/>
    <p:sldLayoutId id="2147484046" r:id="rId44"/>
    <p:sldLayoutId id="2147484048" r:id="rId45"/>
    <p:sldLayoutId id="2147484047" r:id="rId46"/>
    <p:sldLayoutId id="2147484049" r:id="rId47"/>
    <p:sldLayoutId id="2147484050" r:id="rId48"/>
  </p:sldLayoutIdLst>
  <p:transition spd="med"/>
  <p:hf hdr="0" dt="0"/>
  <p:txStyles>
    <p:titleStyle>
      <a:lvl1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p:titleStyle>
    <p:body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p:bodyStyle>
    <p:otherStyle>
      <a:lvl1pPr marL="0" marR="0" indent="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1pPr>
      <a:lvl2pPr marL="0" marR="0" indent="34299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2pPr>
      <a:lvl3pPr marL="0" marR="0" indent="685982"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3pPr>
      <a:lvl4pPr marL="0" marR="0" indent="1028974"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4pPr>
      <a:lvl5pPr marL="0" marR="0" indent="1371965"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5pPr>
      <a:lvl6pPr marL="0" marR="0" indent="1714956"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6pPr>
      <a:lvl7pPr marL="0" marR="0" indent="2057948"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7pPr>
      <a:lvl8pPr marL="0" marR="0" indent="240094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8pPr>
      <a:lvl9pPr marL="0" marR="0" indent="274393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1" orient="horz" pos="4320">
          <p15:clr>
            <a:srgbClr val="0F62FE"/>
          </p15:clr>
        </p15:guide>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7" orient="horz" pos="2160">
          <p15:clr>
            <a:srgbClr val="0F62FE"/>
          </p15:clr>
        </p15:guide>
        <p15:guide id="19" orient="horz" pos="3240">
          <p15:clr>
            <a:srgbClr val="EE5396"/>
          </p15:clr>
        </p15:guide>
        <p15:guide id="20" orient="horz" pos="1056">
          <p15:clr>
            <a:srgbClr val="EE5396"/>
          </p15:clr>
        </p15:guide>
        <p15:guide id="21" orient="horz" pos="364">
          <p15:clr>
            <a:srgbClr val="EE5396"/>
          </p15:clr>
        </p15:guide>
        <p15:guide id="22" orient="horz" pos="5400">
          <p15:clr>
            <a:srgbClr val="EE5396"/>
          </p15:clr>
        </p15:guide>
        <p15:guide id="24" orient="horz" pos="7557">
          <p15:clr>
            <a:srgbClr val="EE5396"/>
          </p15:clr>
        </p15:guide>
        <p15:guide id="25" orient="horz" pos="8273">
          <p15:clr>
            <a:srgbClr val="EE5396"/>
          </p15:clr>
        </p15:guide>
        <p15:guide id="26" pos="7680">
          <p15:clr>
            <a:srgbClr val="0F62FE"/>
          </p15:clr>
        </p15:guide>
        <p15:guide id="27" pos="11520">
          <p15:clr>
            <a:srgbClr val="0F62FE"/>
          </p15:clr>
        </p15:guide>
        <p15:guide id="28" orient="horz" pos="6480">
          <p15:clr>
            <a:srgbClr val="0F62FE"/>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46.xml"/></Relationships>
</file>

<file path=ppt/slides/_rels/slide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46.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6.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46.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46.xml"/><Relationship Id="rId4" Type="http://schemas.openxmlformats.org/officeDocument/2006/relationships/image" Target="../media/image1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97F58CB-D18B-1433-2D70-7F22BD86D44E}"/>
              </a:ext>
            </a:extLst>
          </p:cNvPr>
          <p:cNvSpPr/>
          <p:nvPr/>
        </p:nvSpPr>
        <p:spPr bwMode="auto">
          <a:xfrm>
            <a:off x="0" y="0"/>
            <a:ext cx="12193588" cy="6893152"/>
          </a:xfrm>
          <a:prstGeom prst="rect">
            <a:avLst/>
          </a:prstGeom>
          <a:solidFill>
            <a:schemeClr val="accent1">
              <a:lumMod val="20000"/>
              <a:lumOff val="80000"/>
              <a:alpha val="8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9" name="Title 11">
            <a:extLst>
              <a:ext uri="{FF2B5EF4-FFF2-40B4-BE49-F238E27FC236}">
                <a16:creationId xmlns:a16="http://schemas.microsoft.com/office/drawing/2014/main" id="{C28FA85F-834D-6F96-3719-1C5B9CF91E49}"/>
              </a:ext>
            </a:extLst>
          </p:cNvPr>
          <p:cNvSpPr>
            <a:spLocks noGrp="1"/>
          </p:cNvSpPr>
          <p:nvPr>
            <p:ph type="title"/>
          </p:nvPr>
        </p:nvSpPr>
        <p:spPr>
          <a:xfrm>
            <a:off x="565151" y="573988"/>
            <a:ext cx="11199793" cy="3413126"/>
          </a:xfrm>
        </p:spPr>
        <p:txBody>
          <a:bodyPr lIns="0" tIns="0" rIns="0" bIns="0" anchor="t"/>
          <a:lstStyle/>
          <a:p>
            <a:r>
              <a:rPr lang="en-US" sz="6000" i="0" dirty="0">
                <a:effectLst/>
              </a:rPr>
              <a:t>Put AI to work </a:t>
            </a:r>
            <a:r>
              <a:rPr lang="en-US" sz="6000" dirty="0"/>
              <a:t>with </a:t>
            </a:r>
            <a:r>
              <a:rPr lang="en-US" sz="6000" b="1" dirty="0" err="1">
                <a:latin typeface="IBM Plex Sans"/>
              </a:rPr>
              <a:t>watson</a:t>
            </a:r>
            <a:r>
              <a:rPr lang="en-US" sz="6000" b="1" dirty="0" err="1">
                <a:solidFill>
                  <a:schemeClr val="accent1"/>
                </a:solidFill>
                <a:latin typeface="IBM Plex Sans"/>
              </a:rPr>
              <a:t>x</a:t>
            </a:r>
            <a:br>
              <a:rPr lang="en-US" sz="4400" dirty="0">
                <a:effectLst/>
              </a:rPr>
            </a:br>
            <a:r>
              <a:rPr lang="en-US" sz="3600" dirty="0"/>
              <a:t>Scale and accelerate the impact of AI with trusted data.</a:t>
            </a:r>
            <a:br>
              <a:rPr lang="en-US" sz="3600" dirty="0"/>
            </a:br>
            <a:br>
              <a:rPr lang="en-US" sz="3600" kern="1200" dirty="0">
                <a:ea typeface="+mn-ea"/>
                <a:cs typeface="+mn-cs"/>
              </a:rPr>
            </a:br>
            <a:br>
              <a:rPr lang="en-US" sz="4000" kern="1200" dirty="0">
                <a:ea typeface="+mn-ea"/>
                <a:cs typeface="+mn-cs"/>
              </a:rPr>
            </a:br>
            <a:br>
              <a:rPr lang="en-US" sz="4400" dirty="0">
                <a:effectLst/>
              </a:rPr>
            </a:br>
            <a:endParaRPr lang="en-US" sz="4400" dirty="0">
              <a:effectLst/>
            </a:endParaRPr>
          </a:p>
        </p:txBody>
      </p:sp>
      <p:cxnSp>
        <p:nvCxnSpPr>
          <p:cNvPr id="5" name="Straight Connector 4">
            <a:extLst>
              <a:ext uri="{FF2B5EF4-FFF2-40B4-BE49-F238E27FC236}">
                <a16:creationId xmlns:a16="http://schemas.microsoft.com/office/drawing/2014/main" id="{23115172-AC44-AB35-2287-20EB37152EA5}"/>
              </a:ext>
            </a:extLst>
          </p:cNvPr>
          <p:cNvCxnSpPr>
            <a:cxnSpLocks/>
          </p:cNvCxnSpPr>
          <p:nvPr/>
        </p:nvCxnSpPr>
        <p:spPr bwMode="auto">
          <a:xfrm>
            <a:off x="420176" y="6909397"/>
            <a:ext cx="18066607"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585166FB-69EB-51CC-DE01-C8A6F1F3432D}"/>
              </a:ext>
            </a:extLst>
          </p:cNvPr>
          <p:cNvCxnSpPr>
            <a:cxnSpLocks/>
          </p:cNvCxnSpPr>
          <p:nvPr/>
        </p:nvCxnSpPr>
        <p:spPr bwMode="auto">
          <a:xfrm>
            <a:off x="6095916" y="6904818"/>
            <a:ext cx="0" cy="642842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57FEB7FF-A0F0-373B-5BC8-B5025053414E}"/>
              </a:ext>
            </a:extLst>
          </p:cNvPr>
          <p:cNvCxnSpPr>
            <a:cxnSpLocks/>
          </p:cNvCxnSpPr>
          <p:nvPr/>
        </p:nvCxnSpPr>
        <p:spPr bwMode="auto">
          <a:xfrm>
            <a:off x="12174083" y="426394"/>
            <a:ext cx="0" cy="1290684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875B137A-6834-3CE6-4DDF-8CDAABB8E4D7}"/>
              </a:ext>
            </a:extLst>
          </p:cNvPr>
          <p:cNvCxnSpPr>
            <a:cxnSpLocks/>
          </p:cNvCxnSpPr>
          <p:nvPr/>
        </p:nvCxnSpPr>
        <p:spPr bwMode="auto">
          <a:xfrm>
            <a:off x="18304328" y="426394"/>
            <a:ext cx="0" cy="1290684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3629DDAA-845E-631B-3AB8-D1169D3F8D5C}"/>
              </a:ext>
            </a:extLst>
          </p:cNvPr>
          <p:cNvSpPr txBox="1"/>
          <p:nvPr/>
        </p:nvSpPr>
        <p:spPr>
          <a:xfrm>
            <a:off x="24371058" y="12739104"/>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18" name="Text Placeholder 18">
            <a:extLst>
              <a:ext uri="{FF2B5EF4-FFF2-40B4-BE49-F238E27FC236}">
                <a16:creationId xmlns:a16="http://schemas.microsoft.com/office/drawing/2014/main" id="{58FD3FE1-ED56-CADF-DC81-8BFF5E9EADCC}"/>
              </a:ext>
            </a:extLst>
          </p:cNvPr>
          <p:cNvSpPr txBox="1">
            <a:spLocks/>
          </p:cNvSpPr>
          <p:nvPr/>
        </p:nvSpPr>
        <p:spPr>
          <a:xfrm>
            <a:off x="12583222" y="573988"/>
            <a:ext cx="5311966" cy="6114990"/>
          </a:xfrm>
          <a:prstGeom prst="rect">
            <a:avLst/>
          </a:prstGeom>
        </p:spPr>
        <p:txBody>
          <a:bodyPr lIns="91440" tIns="45720" rIns="91440" bIns="45720" anchor="t"/>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4000" kern="0" dirty="0">
                <a:solidFill>
                  <a:srgbClr val="000000"/>
                </a:solidFill>
                <a:latin typeface="+mn-lt"/>
              </a:rPr>
              <a:t>Elevator Pitch</a:t>
            </a:r>
          </a:p>
          <a:p>
            <a:endParaRPr lang="en-US" sz="2600" kern="0" dirty="0">
              <a:solidFill>
                <a:schemeClr val="tx2"/>
              </a:solidFill>
              <a:latin typeface="+mn-lt"/>
            </a:endParaRPr>
          </a:p>
          <a:p>
            <a:r>
              <a:rPr lang="en-US" sz="3200" kern="0" dirty="0">
                <a:solidFill>
                  <a:schemeClr val="tx2"/>
                </a:solidFill>
                <a:latin typeface="+mn-lt"/>
              </a:rPr>
              <a:t>Place trust at the core of your AI strategy. </a:t>
            </a:r>
            <a:r>
              <a:rPr lang="en-US" sz="3200" dirty="0" err="1">
                <a:solidFill>
                  <a:schemeClr val="tx2"/>
                </a:solidFill>
                <a:latin typeface="IBM Plex Sans"/>
              </a:rPr>
              <a:t>Watson</a:t>
            </a:r>
            <a:r>
              <a:rPr lang="en-US" sz="3200" dirty="0" err="1">
                <a:solidFill>
                  <a:schemeClr val="accent1"/>
                </a:solidFill>
                <a:latin typeface="IBM Plex Sans"/>
              </a:rPr>
              <a:t>x</a:t>
            </a:r>
            <a:r>
              <a:rPr lang="en-US" sz="3200" kern="0" dirty="0">
                <a:solidFill>
                  <a:schemeClr val="tx2"/>
                </a:solidFill>
                <a:latin typeface="+mn-lt"/>
              </a:rPr>
              <a:t> is IBM's next generation AI platform that will help you to train, tune and deploy AI across your business, leveraging critical, trusted data wherever it resides</a:t>
            </a:r>
          </a:p>
          <a:p>
            <a:endParaRPr lang="en-US" sz="2600" kern="0" dirty="0">
              <a:latin typeface="+mn-lt"/>
            </a:endParaRPr>
          </a:p>
        </p:txBody>
      </p:sp>
      <p:sp>
        <p:nvSpPr>
          <p:cNvPr id="35" name="TextBox 34">
            <a:extLst>
              <a:ext uri="{FF2B5EF4-FFF2-40B4-BE49-F238E27FC236}">
                <a16:creationId xmlns:a16="http://schemas.microsoft.com/office/drawing/2014/main" id="{79E7F93F-9D9C-20F5-176D-E8DE525F2291}"/>
              </a:ext>
            </a:extLst>
          </p:cNvPr>
          <p:cNvSpPr txBox="1"/>
          <p:nvPr/>
        </p:nvSpPr>
        <p:spPr>
          <a:xfrm>
            <a:off x="10287000" y="12834257"/>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36" name="TextBox 35">
            <a:extLst>
              <a:ext uri="{FF2B5EF4-FFF2-40B4-BE49-F238E27FC236}">
                <a16:creationId xmlns:a16="http://schemas.microsoft.com/office/drawing/2014/main" id="{C3F82426-72F6-D2F5-FEEB-B74748A74AD3}"/>
              </a:ext>
            </a:extLst>
          </p:cNvPr>
          <p:cNvSpPr txBox="1"/>
          <p:nvPr/>
        </p:nvSpPr>
        <p:spPr>
          <a:xfrm>
            <a:off x="22696714" y="4833257"/>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algn="l" defTabSz="2438400">
              <a:spcBef>
                <a:spcPts val="2900"/>
              </a:spcBef>
              <a:buSzPct val="100000"/>
            </a:pPr>
            <a:endParaRPr lang="en-US" kern="0" dirty="0">
              <a:solidFill>
                <a:srgbClr val="000000"/>
              </a:solidFill>
              <a:ea typeface="+mj-ea"/>
              <a:cs typeface="+mj-cs"/>
              <a:sym typeface="IBM Plex Sans Light"/>
            </a:endParaRPr>
          </a:p>
        </p:txBody>
      </p:sp>
      <p:sp>
        <p:nvSpPr>
          <p:cNvPr id="28" name="Text Placeholder 17">
            <a:extLst>
              <a:ext uri="{FF2B5EF4-FFF2-40B4-BE49-F238E27FC236}">
                <a16:creationId xmlns:a16="http://schemas.microsoft.com/office/drawing/2014/main" id="{C313B600-30E7-2E43-5FD8-747EDD4A7D1A}"/>
              </a:ext>
            </a:extLst>
          </p:cNvPr>
          <p:cNvSpPr txBox="1">
            <a:spLocks/>
          </p:cNvSpPr>
          <p:nvPr/>
        </p:nvSpPr>
        <p:spPr>
          <a:xfrm>
            <a:off x="12583222" y="7276404"/>
            <a:ext cx="5111840" cy="2901993"/>
          </a:xfrm>
          <a:prstGeom prst="rect">
            <a:avLst/>
          </a:prstGeom>
        </p:spPr>
        <p:txBody>
          <a:bodyPr lIns="91440" tIns="45720" rIns="91440" bIns="45720" anchor="t"/>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4000" kern="0" dirty="0">
                <a:latin typeface="+mn-lt"/>
              </a:rPr>
              <a:t>Solution value</a:t>
            </a:r>
            <a:endParaRPr lang="en-US" sz="1800"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IBM Plex Sans" panose="020B0503050203000203" pitchFamily="34" charset="0"/>
              </a:rPr>
              <a:t>watson</a:t>
            </a:r>
            <a:r>
              <a:rPr lang="en-US" sz="2400" dirty="0">
                <a:solidFill>
                  <a:schemeClr val="accent1"/>
                </a:solidFill>
                <a:latin typeface="IBM Plex Sans" panose="020B0503050203000203" pitchFamily="34" charset="0"/>
              </a:rPr>
              <a:t>x</a:t>
            </a:r>
            <a:r>
              <a:rPr lang="en-US" sz="2400" dirty="0">
                <a:latin typeface="IBM Plex Sans" panose="020B0503050203000203" pitchFamily="34" charset="0"/>
              </a:rPr>
              <a:t>.ai</a:t>
            </a:r>
          </a:p>
          <a:p>
            <a:pPr lvl="1">
              <a:spcBef>
                <a:spcPts val="400"/>
              </a:spcBef>
              <a:buClr>
                <a:schemeClr val="accent1"/>
              </a:buClr>
              <a:buSzPct val="120000"/>
              <a:buFont typeface="Arial" panose="020B0604020202020204" pitchFamily="34" charset="0"/>
              <a:buChar char="•"/>
              <a:defRPr/>
            </a:pPr>
            <a:r>
              <a:rPr lang="en-US" sz="1600" dirty="0">
                <a:solidFill>
                  <a:schemeClr val="tx1"/>
                </a:solidFill>
                <a:latin typeface="IBM Plex Sans Light" panose="020B0403050203000203" pitchFamily="34" charset="0"/>
                <a:ea typeface="IBM Plex Sans" charset="0"/>
                <a:cs typeface="IBM Plex Sans" charset="0"/>
              </a:rPr>
              <a:t>Demonstrate IBM’s differentiated AI leadership by offering a next gen AI </a:t>
            </a:r>
            <a:r>
              <a:rPr lang="en-US" sz="1600" dirty="0">
                <a:latin typeface="IBM Plex Sans Light" panose="020B0403050203000203" pitchFamily="34" charset="0"/>
                <a:ea typeface="IBM Plex Sans" charset="0"/>
                <a:cs typeface="IBM Plex Sans" charset="0"/>
              </a:rPr>
              <a:t>studio</a:t>
            </a:r>
            <a:r>
              <a:rPr lang="en-US" sz="1600" dirty="0">
                <a:solidFill>
                  <a:schemeClr val="tx1"/>
                </a:solidFill>
                <a:latin typeface="IBM Plex Sans Light" panose="020B0403050203000203" pitchFamily="34" charset="0"/>
                <a:ea typeface="IBM Plex Sans" charset="0"/>
                <a:cs typeface="IBM Plex Sans" charset="0"/>
              </a:rPr>
              <a:t> that offers comprehensive ML and FM capabilities</a:t>
            </a:r>
          </a:p>
          <a:p>
            <a:pPr marL="0" lvl="1" indent="0">
              <a:spcBef>
                <a:spcPts val="400"/>
              </a:spcBef>
              <a:buClr>
                <a:schemeClr val="accent1"/>
              </a:buClr>
              <a:buSzPct val="120000"/>
              <a:buNone/>
              <a:defRPr/>
            </a:pPr>
            <a:r>
              <a:rPr lang="en-US" sz="2400" dirty="0">
                <a:latin typeface="IBM Plex Sans" panose="020B0503050203000203" pitchFamily="34" charset="0"/>
              </a:rPr>
              <a:t>watson</a:t>
            </a:r>
            <a:r>
              <a:rPr lang="en-US" sz="2400" dirty="0">
                <a:solidFill>
                  <a:schemeClr val="accent1"/>
                </a:solidFill>
                <a:latin typeface="IBM Plex Sans" panose="020B0503050203000203" pitchFamily="34" charset="0"/>
              </a:rPr>
              <a:t>x</a:t>
            </a:r>
            <a:r>
              <a:rPr lang="en-US" sz="2400" dirty="0">
                <a:latin typeface="IBM Plex Sans" panose="020B0503050203000203" pitchFamily="34" charset="0"/>
              </a:rPr>
              <a:t>.data</a:t>
            </a:r>
          </a:p>
          <a:p>
            <a:pPr marL="328930" lvl="1" indent="-328930">
              <a:spcBef>
                <a:spcPts val="400"/>
              </a:spcBef>
              <a:buClr>
                <a:schemeClr val="accent1"/>
              </a:buClr>
              <a:buSzPct val="120000"/>
              <a:buFont typeface="Arial" panose="020B0604020202020204" pitchFamily="34" charset="0"/>
              <a:buChar char="•"/>
              <a:defRPr/>
            </a:pPr>
            <a:r>
              <a:rPr lang="en-US" sz="1600" dirty="0">
                <a:ea typeface="+mj-lt"/>
                <a:cs typeface="+mj-lt"/>
              </a:rPr>
              <a:t>Combines the best of IBM with the best of open-source to help customers modernize, optimize and augment their data warehouse and/or their data lake, while providing the data foundation for new AI workloads at scale.  </a:t>
            </a:r>
          </a:p>
          <a:p>
            <a:pPr marL="0" lvl="1" indent="0">
              <a:spcBef>
                <a:spcPts val="400"/>
              </a:spcBef>
              <a:buClr>
                <a:schemeClr val="accent1"/>
              </a:buClr>
              <a:buSzPct val="120000"/>
              <a:buNone/>
              <a:defRPr/>
            </a:pPr>
            <a:r>
              <a:rPr kumimoji="0" lang="en-US" sz="2400" i="0" u="none" strike="noStrike" kern="1200" cap="none" spc="0" normalizeH="0" baseline="0" noProof="0" dirty="0">
                <a:ln>
                  <a:noFill/>
                </a:ln>
                <a:effectLst/>
                <a:uLnTx/>
                <a:uFillTx/>
                <a:latin typeface="IBM Plex Sans" panose="020B0503050203000203" pitchFamily="34" charset="0"/>
              </a:rPr>
              <a:t>watson</a:t>
            </a:r>
            <a:r>
              <a:rPr kumimoji="0" lang="en-US" sz="2400" i="0" u="none" strike="noStrike" kern="1200" cap="none" spc="0" normalizeH="0" baseline="0" noProof="0" dirty="0">
                <a:ln>
                  <a:noFill/>
                </a:ln>
                <a:solidFill>
                  <a:schemeClr val="accent1"/>
                </a:solidFill>
                <a:effectLst/>
                <a:uLnTx/>
                <a:uFillTx/>
                <a:latin typeface="IBM Plex Sans" panose="020B0503050203000203" pitchFamily="34" charset="0"/>
              </a:rPr>
              <a:t>x</a:t>
            </a:r>
            <a:r>
              <a:rPr kumimoji="0" lang="en-US" sz="2400" i="0" u="none" strike="noStrike" kern="1200" cap="none" spc="0" normalizeH="0" baseline="0" noProof="0" dirty="0">
                <a:ln>
                  <a:noFill/>
                </a:ln>
                <a:effectLst/>
                <a:uLnTx/>
                <a:uFillTx/>
                <a:latin typeface="IBM Plex Sans" panose="020B0503050203000203" pitchFamily="34" charset="0"/>
              </a:rPr>
              <a:t>.governance</a:t>
            </a:r>
          </a:p>
          <a:p>
            <a:pPr lvl="1">
              <a:spcBef>
                <a:spcPts val="400"/>
              </a:spcBef>
              <a:buClr>
                <a:schemeClr val="accent1"/>
              </a:buClr>
              <a:buSzPct val="120000"/>
              <a:buFont typeface="Arial" panose="020B0604020202020204" pitchFamily="34" charset="0"/>
              <a:buChar char="•"/>
              <a:defRPr/>
            </a:pPr>
            <a:r>
              <a:rPr lang="en-US" sz="1600" dirty="0">
                <a:solidFill>
                  <a:schemeClr val="tx1"/>
                </a:solidFill>
                <a:latin typeface="IBM Plex Sans Light" panose="020B0403050203000203" pitchFamily="34" charset="0"/>
                <a:ea typeface="IBM Plex Sans" charset="0"/>
                <a:cs typeface="IBM Plex Sans" charset="0"/>
              </a:rPr>
              <a:t>Differentiate </a:t>
            </a:r>
            <a:r>
              <a:rPr lang="en-US" sz="1600" dirty="0">
                <a:latin typeface="IBM Plex Sans Light" panose="020B0403050203000203" pitchFamily="34" charset="0"/>
                <a:ea typeface="IBM Plex Sans" charset="0"/>
                <a:cs typeface="IBM Plex Sans" charset="0"/>
              </a:rPr>
              <a:t>I</a:t>
            </a:r>
            <a:r>
              <a:rPr lang="en-US" sz="1600" dirty="0">
                <a:solidFill>
                  <a:schemeClr val="tx1"/>
                </a:solidFill>
                <a:latin typeface="IBM Plex Sans Light" panose="020B0403050203000203" pitchFamily="34" charset="0"/>
                <a:ea typeface="IBM Plex Sans" charset="0"/>
                <a:cs typeface="IBM Plex Sans" charset="0"/>
              </a:rPr>
              <a:t>BM’s position in the AI market by providing a full suite of governance services designed to accelerate and optimize builders and facilitate trust and transparency at runtime.</a:t>
            </a:r>
          </a:p>
          <a:p>
            <a:pPr marL="0" lvl="1" indent="0">
              <a:spcBef>
                <a:spcPts val="400"/>
              </a:spcBef>
              <a:buClr>
                <a:schemeClr val="accent1"/>
              </a:buClr>
              <a:buSzPct val="120000"/>
              <a:buNone/>
              <a:defRPr/>
            </a:pPr>
            <a:endParaRPr kumimoji="0" lang="en-US" sz="2400" i="0" u="none" strike="noStrike" kern="1200" cap="none" spc="0" normalizeH="0" baseline="0" noProof="0" dirty="0">
              <a:ln>
                <a:noFill/>
              </a:ln>
              <a:effectLst/>
              <a:uLnTx/>
              <a:uFillTx/>
              <a:latin typeface="IBM Plex Sans" panose="020B0503050203000203" pitchFamily="34" charset="0"/>
            </a:endParaRPr>
          </a:p>
          <a:p>
            <a:pPr marL="514350" lvl="1" indent="-514350">
              <a:spcBef>
                <a:spcPts val="400"/>
              </a:spcBef>
              <a:buClr>
                <a:schemeClr val="accent1"/>
              </a:buClr>
              <a:buSzPct val="120000"/>
              <a:buFont typeface="IBM Plex Sans Light"/>
              <a:buAutoNum type="arabicPeriod"/>
              <a:defRPr/>
            </a:pPr>
            <a:endParaRPr lang="en-US" sz="2400" dirty="0">
              <a:solidFill>
                <a:schemeClr val="tx1"/>
              </a:solidFill>
              <a:latin typeface="IBM Plex Sans Light" panose="020B0403050203000203" pitchFamily="34" charset="0"/>
              <a:ea typeface="IBM Plex Sans" charset="0"/>
              <a:cs typeface="IBM Plex Sans" charset="0"/>
            </a:endParaRPr>
          </a:p>
        </p:txBody>
      </p:sp>
      <p:sp>
        <p:nvSpPr>
          <p:cNvPr id="2" name="Footer Placeholder 11">
            <a:extLst>
              <a:ext uri="{FF2B5EF4-FFF2-40B4-BE49-F238E27FC236}">
                <a16:creationId xmlns:a16="http://schemas.microsoft.com/office/drawing/2014/main" id="{0473F869-B657-3E63-C164-165207B5A241}"/>
              </a:ext>
            </a:extLst>
          </p:cNvPr>
          <p:cNvSpPr txBox="1">
            <a:spLocks/>
          </p:cNvSpPr>
          <p:nvPr/>
        </p:nvSpPr>
        <p:spPr>
          <a:xfrm>
            <a:off x="487744" y="13493751"/>
            <a:ext cx="5486313" cy="222249"/>
          </a:xfrm>
          <a:prstGeom prst="rect">
            <a:avLst/>
          </a:prstGeom>
        </p:spPr>
        <p:txBody>
          <a:bodyPr vert="horz" lIns="0" tIns="0" rIns="0" bIns="0" rtlCol="0" anchor="ctr"/>
          <a:lstStyle>
            <a:defPPr>
              <a:defRPr lang="en-US"/>
            </a:defPPr>
            <a:lvl1pPr marL="0" marR="0" indent="0" algn="l" defTabSz="913729" rtl="0" eaLnBrk="1" fontAlgn="auto" latinLnBrk="0" hangingPunct="1">
              <a:lnSpc>
                <a:spcPct val="100000"/>
              </a:lnSpc>
              <a:spcBef>
                <a:spcPts val="0"/>
              </a:spcBef>
              <a:spcAft>
                <a:spcPts val="0"/>
              </a:spcAft>
              <a:buClrTx/>
              <a:buSzTx/>
              <a:buFontTx/>
              <a:buNone/>
              <a:tabLst/>
              <a:defRPr sz="799"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29" rtl="0" eaLnBrk="1" fontAlgn="auto" latinLnBrk="0" hangingPunct="1">
              <a:lnSpc>
                <a:spcPct val="100000"/>
              </a:lnSpc>
              <a:spcBef>
                <a:spcPts val="0"/>
              </a:spcBef>
              <a:spcAft>
                <a:spcPts val="0"/>
              </a:spcAft>
              <a:buClrTx/>
              <a:buSzTx/>
              <a:buFontTx/>
              <a:buNone/>
              <a:tabLst/>
              <a:defRPr/>
            </a:pPr>
            <a:r>
              <a:rPr kumimoji="0" lang="en-US" sz="799" b="0" i="0" u="none" strike="noStrike" kern="1200" cap="none" spc="0" normalizeH="0" baseline="0" noProof="0" dirty="0">
                <a:ln>
                  <a:noFill/>
                </a:ln>
                <a:solidFill>
                  <a:srgbClr val="000000"/>
                </a:solidFill>
                <a:effectLst/>
                <a:uLnTx/>
                <a:uFillTx/>
                <a:latin typeface="IBM Plex Sans Light"/>
                <a:ea typeface="+mn-ea"/>
                <a:cs typeface="+mn-cs"/>
              </a:rPr>
              <a:t>IBM Data and AI / © 2023 IBM Corporation</a:t>
            </a:r>
          </a:p>
        </p:txBody>
      </p:sp>
      <p:sp>
        <p:nvSpPr>
          <p:cNvPr id="4" name="Text Placeholder 15">
            <a:extLst>
              <a:ext uri="{FF2B5EF4-FFF2-40B4-BE49-F238E27FC236}">
                <a16:creationId xmlns:a16="http://schemas.microsoft.com/office/drawing/2014/main" id="{F63C9AA6-1500-640B-8BC7-164582EF11B3}"/>
              </a:ext>
            </a:extLst>
          </p:cNvPr>
          <p:cNvSpPr txBox="1">
            <a:spLocks/>
          </p:cNvSpPr>
          <p:nvPr/>
        </p:nvSpPr>
        <p:spPr>
          <a:xfrm>
            <a:off x="18662224" y="573988"/>
            <a:ext cx="5203689" cy="5905458"/>
          </a:xfrm>
          <a:prstGeom prst="rect">
            <a:avLst/>
          </a:prstGeom>
        </p:spPr>
        <p:txBody>
          <a:bodyPr lIns="91440" tIns="45720" rIns="91440" bIns="45720" anchor="t"/>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4000" kern="0" dirty="0">
                <a:solidFill>
                  <a:srgbClr val="000000"/>
                </a:solidFill>
                <a:latin typeface="+mn-lt"/>
              </a:rPr>
              <a:t>Customer Value Proposition</a:t>
            </a:r>
            <a:endParaRPr lang="en-US" sz="2400" kern="0" dirty="0">
              <a:solidFill>
                <a:srgbClr val="000000"/>
              </a:solidFill>
              <a:latin typeface="+mn-lt"/>
            </a:endParaRPr>
          </a:p>
          <a:p>
            <a:pPr>
              <a:buClr>
                <a:schemeClr val="accent1"/>
              </a:buClr>
            </a:pPr>
            <a:endParaRPr lang="en-US" sz="2400" dirty="0">
              <a:latin typeface="IBM Plex Sans"/>
            </a:endParaRPr>
          </a:p>
          <a:p>
            <a:r>
              <a:rPr lang="en-US" sz="2400" dirty="0">
                <a:latin typeface="IBM Plex Sans"/>
              </a:rPr>
              <a:t>watson</a:t>
            </a:r>
            <a:r>
              <a:rPr lang="en-US" sz="2400" dirty="0">
                <a:solidFill>
                  <a:schemeClr val="accent1"/>
                </a:solidFill>
                <a:latin typeface="IBM Plex Sans"/>
              </a:rPr>
              <a:t>x</a:t>
            </a:r>
            <a:r>
              <a:rPr lang="en-US" sz="2400" dirty="0">
                <a:latin typeface="IBM Plex Sans"/>
              </a:rPr>
              <a:t>.ai</a:t>
            </a:r>
            <a:endParaRPr lang="en-US" dirty="0"/>
          </a:p>
          <a:p>
            <a:pPr marL="457200" indent="-457200">
              <a:buClr>
                <a:schemeClr val="accent1"/>
              </a:buClr>
              <a:buFont typeface="Arial" panose="020B0604020202020204" pitchFamily="34" charset="0"/>
              <a:buChar char="•"/>
            </a:pPr>
            <a:r>
              <a:rPr lang="en-US" sz="2000" dirty="0">
                <a:ea typeface="+mj-lt"/>
                <a:cs typeface="+mj-lt"/>
              </a:rPr>
              <a:t>Train, validate, tune and deploy AI models with confidence</a:t>
            </a:r>
            <a:endParaRPr lang="en-US" sz="2000" dirty="0">
              <a:latin typeface="IBM Plex Sans Light" panose="020B0403050203000203" pitchFamily="34" charset="0"/>
            </a:endParaRPr>
          </a:p>
          <a:p>
            <a:pPr marL="457200" indent="-457200">
              <a:buClr>
                <a:schemeClr val="accent1"/>
              </a:buClr>
              <a:buFont typeface="Arial" panose="020B0604020202020204" pitchFamily="34" charset="0"/>
              <a:buChar char="•"/>
            </a:pPr>
            <a:r>
              <a:rPr lang="en-US" sz="2000" dirty="0">
                <a:ea typeface="+mj-lt"/>
                <a:cs typeface="+mj-lt"/>
              </a:rPr>
              <a:t>Build AI applications in a fraction of the time with a fraction of the data</a:t>
            </a:r>
            <a:endParaRPr lang="en-US" sz="2000" dirty="0"/>
          </a:p>
          <a:p>
            <a:pPr marL="457200" indent="-457200">
              <a:buClr>
                <a:schemeClr val="accent1"/>
              </a:buClr>
              <a:buFont typeface="Arial" panose="020B0604020202020204" pitchFamily="34" charset="0"/>
              <a:buChar char="•"/>
            </a:pPr>
            <a:r>
              <a:rPr lang="en-US" sz="2000" dirty="0">
                <a:ea typeface="+mj-lt"/>
                <a:cs typeface="+mj-lt"/>
              </a:rPr>
              <a:t>Tune models with your enterprise data; your data remains private and secure</a:t>
            </a:r>
          </a:p>
          <a:p>
            <a:pPr>
              <a:buClr>
                <a:schemeClr val="accent1"/>
              </a:buClr>
            </a:pPr>
            <a:endParaRPr lang="en-US" sz="2400" dirty="0">
              <a:latin typeface="IBM Plex Sans"/>
            </a:endParaRPr>
          </a:p>
          <a:p>
            <a:r>
              <a:rPr lang="en-US" sz="2400" dirty="0" err="1">
                <a:latin typeface="IBM Plex Sans"/>
              </a:rPr>
              <a:t>watson</a:t>
            </a:r>
            <a:r>
              <a:rPr lang="en-US" sz="2400" dirty="0" err="1">
                <a:solidFill>
                  <a:schemeClr val="accent1"/>
                </a:solidFill>
                <a:latin typeface="IBM Plex Sans"/>
              </a:rPr>
              <a:t>x</a:t>
            </a:r>
            <a:r>
              <a:rPr lang="en-US" sz="2400" dirty="0" err="1">
                <a:latin typeface="IBM Plex Sans"/>
              </a:rPr>
              <a:t>.data</a:t>
            </a:r>
            <a:endParaRPr lang="en-US" sz="2400" dirty="0" err="1">
              <a:solidFill>
                <a:srgbClr val="000000"/>
              </a:solidFill>
              <a:latin typeface="IBM Plex Sans"/>
            </a:endParaRPr>
          </a:p>
          <a:p>
            <a:pPr marL="457200" indent="-457200">
              <a:buClr>
                <a:schemeClr val="accent1"/>
              </a:buClr>
              <a:buFont typeface="Arial" panose="020B0604020202020204" pitchFamily="34" charset="0"/>
              <a:buChar char="•"/>
            </a:pPr>
            <a:r>
              <a:rPr lang="en-US" sz="2000">
                <a:ea typeface="+mj-lt"/>
                <a:cs typeface="+mj-lt"/>
              </a:rPr>
              <a:t>Store, manage, enrich, and access all your data for AI</a:t>
            </a:r>
          </a:p>
          <a:p>
            <a:pPr marL="457200" indent="-457200">
              <a:buClr>
                <a:schemeClr val="accent1"/>
              </a:buClr>
              <a:buFont typeface="Arial" panose="020B0604020202020204" pitchFamily="34" charset="0"/>
              <a:buChar char="•"/>
            </a:pPr>
            <a:r>
              <a:rPr lang="en-US" sz="2000">
                <a:ea typeface="+mj-lt"/>
                <a:cs typeface="+mj-lt"/>
              </a:rPr>
              <a:t>Reduce</a:t>
            </a:r>
            <a:r>
              <a:rPr lang="en-US" sz="2000" dirty="0">
                <a:latin typeface="IBM Plex Sans Light"/>
              </a:rPr>
              <a:t> the cost of your data warehouse by 50% through workload optimization</a:t>
            </a:r>
            <a:endParaRPr lang="en-US"/>
          </a:p>
          <a:p>
            <a:pPr marL="457200" indent="-457200">
              <a:buClr>
                <a:schemeClr val="accent1"/>
              </a:buClr>
              <a:buFont typeface="Arial" panose="020B0604020202020204" pitchFamily="34" charset="0"/>
              <a:buChar char="•"/>
            </a:pPr>
            <a:r>
              <a:rPr lang="en-US" sz="2000" dirty="0">
                <a:latin typeface="IBM Plex Sans Light"/>
              </a:rPr>
              <a:t>Access and unify 100% of your data across hybrid-cloud environments</a:t>
            </a:r>
          </a:p>
          <a:p>
            <a:pPr marL="457200" indent="-457200">
              <a:buClr>
                <a:schemeClr val="accent1"/>
              </a:buClr>
              <a:buFont typeface="Arial" panose="020B0604020202020204" pitchFamily="34" charset="0"/>
              <a:buChar char="•"/>
            </a:pPr>
            <a:r>
              <a:rPr lang="en-US" sz="2000" dirty="0">
                <a:latin typeface="IBM Plex Sans Light"/>
              </a:rPr>
              <a:t>Get started in minutes with built-in governance, security and automation</a:t>
            </a:r>
          </a:p>
          <a:p>
            <a:pPr>
              <a:buClr>
                <a:schemeClr val="accent1"/>
              </a:buClr>
            </a:pPr>
            <a:endParaRPr lang="en-US" sz="2400" dirty="0">
              <a:latin typeface="IBM Plex Sans"/>
            </a:endParaRPr>
          </a:p>
          <a:p>
            <a:r>
              <a:rPr kumimoji="0" lang="en-US" sz="2400" i="0" u="none" strike="noStrike" kern="1200" cap="none" spc="0" normalizeH="0" baseline="0" noProof="0" dirty="0" err="1">
                <a:ln>
                  <a:noFill/>
                </a:ln>
                <a:effectLst/>
                <a:uLnTx/>
                <a:uFillTx/>
                <a:latin typeface="IBM Plex Sans"/>
              </a:rPr>
              <a:t>watson</a:t>
            </a:r>
            <a:r>
              <a:rPr kumimoji="0" lang="en-US" sz="2400" i="0" u="none" strike="noStrike" kern="1200" cap="none" spc="0" normalizeH="0" baseline="0" noProof="0" dirty="0" err="1">
                <a:ln>
                  <a:noFill/>
                </a:ln>
                <a:solidFill>
                  <a:schemeClr val="accent1"/>
                </a:solidFill>
                <a:effectLst/>
                <a:uLnTx/>
                <a:uFillTx/>
                <a:latin typeface="IBM Plex Sans"/>
              </a:rPr>
              <a:t>x</a:t>
            </a:r>
            <a:r>
              <a:rPr kumimoji="0" lang="en-US" sz="2400" i="0" u="none" strike="noStrike" kern="1200" cap="none" spc="0" normalizeH="0" baseline="0" noProof="0" dirty="0" err="1">
                <a:ln>
                  <a:noFill/>
                </a:ln>
                <a:effectLst/>
                <a:uLnTx/>
                <a:uFillTx/>
                <a:latin typeface="IBM Plex Sans"/>
              </a:rPr>
              <a:t>.governance</a:t>
            </a:r>
            <a:endParaRPr lang="en-US" sz="2400">
              <a:latin typeface="IBM Plex Sans"/>
            </a:endParaRPr>
          </a:p>
          <a:p>
            <a:pPr marL="457200" indent="-457200">
              <a:buClr>
                <a:schemeClr val="accent1"/>
              </a:buClr>
              <a:buFont typeface="Arial" panose="020B0604020202020204" pitchFamily="34" charset="0"/>
              <a:buChar char="•"/>
            </a:pPr>
            <a:r>
              <a:rPr lang="en-US" sz="2000" dirty="0">
                <a:latin typeface="IBM Plex Sans Light"/>
              </a:rPr>
              <a:t>Drive responsible, transparent and explainable AI, automating and accelerating policies, decisions and accountability across the AI lifecycle</a:t>
            </a:r>
          </a:p>
          <a:p>
            <a:pPr marL="457200" indent="-457200">
              <a:buClr>
                <a:schemeClr val="accent1"/>
              </a:buClr>
              <a:buFont typeface="Arial" panose="020B0604020202020204" pitchFamily="34" charset="0"/>
              <a:buChar char="•"/>
            </a:pPr>
            <a:r>
              <a:rPr lang="en-US" sz="2000" dirty="0">
                <a:latin typeface="IBM Plex Sans Light"/>
              </a:rPr>
              <a:t>Document facts and workflows, identify, manage, mitigate and report on AI risk at scale. </a:t>
            </a:r>
          </a:p>
          <a:p>
            <a:pPr marL="457200" indent="-457200">
              <a:buClr>
                <a:schemeClr val="accent1"/>
              </a:buClr>
              <a:buFont typeface="Arial" panose="020B0604020202020204" pitchFamily="34" charset="0"/>
              <a:buChar char="•"/>
            </a:pPr>
            <a:r>
              <a:rPr lang="en-US" sz="2000" dirty="0">
                <a:latin typeface="IBM Plex Sans Light"/>
              </a:rPr>
              <a:t>Automate the translation of AI regulations into policies and use collaborative tools and persona-based dashboards to improve visibility.</a:t>
            </a:r>
          </a:p>
          <a:p>
            <a:pPr marL="457200" indent="-457200">
              <a:buFont typeface="Arial" panose="020B0604020202020204" pitchFamily="34" charset="0"/>
              <a:buChar char="•"/>
            </a:pPr>
            <a:endParaRPr lang="en-US" sz="1800" dirty="0">
              <a:solidFill>
                <a:srgbClr val="000000"/>
              </a:solidFill>
              <a:latin typeface="IBM Plex Sans Light" panose="020B0403050203000203" pitchFamily="34" charset="0"/>
            </a:endParaRPr>
          </a:p>
          <a:p>
            <a:pPr marL="457200" indent="-457200">
              <a:buFont typeface="Arial" panose="020B0604020202020204" pitchFamily="34" charset="0"/>
              <a:buChar char="•"/>
            </a:pPr>
            <a:endParaRPr lang="en-US" sz="2400" dirty="0">
              <a:solidFill>
                <a:srgbClr val="000000"/>
              </a:solidFill>
              <a:latin typeface="IBM Plex Sans Light" panose="020B0403050203000203" pitchFamily="34" charset="0"/>
            </a:endParaRPr>
          </a:p>
          <a:p>
            <a:pPr marL="457200" indent="-457200">
              <a:buFont typeface="Arial" panose="020B0604020202020204" pitchFamily="34" charset="0"/>
              <a:buChar char="•"/>
            </a:pPr>
            <a:endParaRPr lang="en-US" sz="2400" dirty="0">
              <a:solidFill>
                <a:schemeClr val="tx1"/>
              </a:solidFill>
              <a:latin typeface="IBM Plex Sans Light" panose="020B0403050203000203" pitchFamily="34" charset="0"/>
            </a:endParaRPr>
          </a:p>
          <a:p>
            <a:endParaRPr lang="en-US" sz="2400" kern="0" dirty="0">
              <a:solidFill>
                <a:srgbClr val="000000"/>
              </a:solidFill>
              <a:latin typeface="+mn-lt"/>
            </a:endParaRPr>
          </a:p>
        </p:txBody>
      </p:sp>
      <p:grpSp>
        <p:nvGrpSpPr>
          <p:cNvPr id="107" name="Group 106">
            <a:extLst>
              <a:ext uri="{FF2B5EF4-FFF2-40B4-BE49-F238E27FC236}">
                <a16:creationId xmlns:a16="http://schemas.microsoft.com/office/drawing/2014/main" id="{95BF1559-7D6B-470C-42B3-BAD4C334D49C}"/>
              </a:ext>
            </a:extLst>
          </p:cNvPr>
          <p:cNvGrpSpPr/>
          <p:nvPr/>
        </p:nvGrpSpPr>
        <p:grpSpPr>
          <a:xfrm>
            <a:off x="34002" y="2196519"/>
            <a:ext cx="12081929" cy="4735822"/>
            <a:chOff x="34002" y="2090194"/>
            <a:chExt cx="12081929" cy="4735822"/>
          </a:xfrm>
        </p:grpSpPr>
        <p:pic>
          <p:nvPicPr>
            <p:cNvPr id="57" name="Picture 56">
              <a:extLst>
                <a:ext uri="{FF2B5EF4-FFF2-40B4-BE49-F238E27FC236}">
                  <a16:creationId xmlns:a16="http://schemas.microsoft.com/office/drawing/2014/main" id="{B5551F6D-A704-F8A6-021E-EE3C52E4EE06}"/>
                </a:ext>
                <a:ext uri="{C183D7F6-B498-43B3-948B-1728B52AA6E4}">
                  <adec:decorative xmlns:adec="http://schemas.microsoft.com/office/drawing/2017/decorative" val="1"/>
                </a:ext>
              </a:extLst>
            </p:cNvPr>
            <p:cNvPicPr>
              <a:picLocks noChangeAspect="1"/>
            </p:cNvPicPr>
            <p:nvPr/>
          </p:nvPicPr>
          <p:blipFill rotWithShape="1">
            <a:blip r:embed="rId3"/>
            <a:srcRect r="4825" b="21725"/>
            <a:stretch/>
          </p:blipFill>
          <p:spPr>
            <a:xfrm>
              <a:off x="34002" y="3212177"/>
              <a:ext cx="12081929" cy="1489270"/>
            </a:xfrm>
            <a:prstGeom prst="rect">
              <a:avLst/>
            </a:prstGeom>
          </p:spPr>
        </p:pic>
        <p:cxnSp>
          <p:nvCxnSpPr>
            <p:cNvPr id="67" name="Elbow Connector 66">
              <a:extLst>
                <a:ext uri="{FF2B5EF4-FFF2-40B4-BE49-F238E27FC236}">
                  <a16:creationId xmlns:a16="http://schemas.microsoft.com/office/drawing/2014/main" id="{B75845D6-B80F-3733-33CF-6231668570CE}"/>
                </a:ext>
              </a:extLst>
            </p:cNvPr>
            <p:cNvCxnSpPr>
              <a:cxnSpLocks/>
            </p:cNvCxnSpPr>
            <p:nvPr/>
          </p:nvCxnSpPr>
          <p:spPr bwMode="auto">
            <a:xfrm>
              <a:off x="1193800" y="2788703"/>
              <a:ext cx="4339536" cy="382497"/>
            </a:xfrm>
            <a:prstGeom prst="bentConnector3">
              <a:avLst>
                <a:gd name="adj1" fmla="val 99983"/>
              </a:avLst>
            </a:prstGeom>
            <a:ln>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68" name="Straight Connector 67">
              <a:extLst>
                <a:ext uri="{FF2B5EF4-FFF2-40B4-BE49-F238E27FC236}">
                  <a16:creationId xmlns:a16="http://schemas.microsoft.com/office/drawing/2014/main" id="{39D0A6E1-0450-3F25-0E88-BDC11976525D}"/>
                </a:ext>
              </a:extLst>
            </p:cNvPr>
            <p:cNvCxnSpPr>
              <a:cxnSpLocks/>
            </p:cNvCxnSpPr>
            <p:nvPr/>
          </p:nvCxnSpPr>
          <p:spPr bwMode="auto">
            <a:xfrm flipH="1">
              <a:off x="1193800" y="2791996"/>
              <a:ext cx="2548" cy="420181"/>
            </a:xfrm>
            <a:prstGeom prst="line">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82" name="TextBox 81">
              <a:extLst>
                <a:ext uri="{FF2B5EF4-FFF2-40B4-BE49-F238E27FC236}">
                  <a16:creationId xmlns:a16="http://schemas.microsoft.com/office/drawing/2014/main" id="{EB78C51A-164A-A60A-EB5D-25D1376A6E15}"/>
                </a:ext>
              </a:extLst>
            </p:cNvPr>
            <p:cNvSpPr txBox="1"/>
            <p:nvPr/>
          </p:nvSpPr>
          <p:spPr>
            <a:xfrm>
              <a:off x="1086349" y="2090194"/>
              <a:ext cx="4639498" cy="861774"/>
            </a:xfrm>
            <a:prstGeom prst="rect">
              <a:avLst/>
            </a:prstGeom>
            <a:noFill/>
          </p:spPr>
          <p:txBody>
            <a:bodyPr wrap="square" lIns="182880" tIns="182880" rIns="182880" bIns="182880" rtlCol="0" anchor="t">
              <a:spAutoFit/>
            </a:bodyPr>
            <a:lstStyle/>
            <a:p>
              <a:pPr algn="ctr" defTabSz="1371982">
                <a:spcBef>
                  <a:spcPts val="1200"/>
                </a:spcBef>
                <a:defRPr/>
              </a:pPr>
              <a:r>
                <a:rPr lang="en-US" sz="1600" dirty="0">
                  <a:solidFill>
                    <a:srgbClr val="000000"/>
                  </a:solidFill>
                  <a:latin typeface="IBM Plex Sans Light"/>
                  <a:ea typeface="IBM Plex Sans" charset="0"/>
                  <a:cs typeface="IBM Plex Sans" charset="0"/>
                </a:rPr>
                <a:t>Leverage foundation models to automate data search, discovery, and linking in watsonx.data </a:t>
              </a:r>
              <a:endParaRPr lang="en-US" sz="1600" dirty="0">
                <a:solidFill>
                  <a:srgbClr val="FF0000"/>
                </a:solidFill>
                <a:latin typeface="IBM Plex Sans Light"/>
                <a:ea typeface="IBM Plex Sans" charset="0"/>
                <a:cs typeface="IBM Plex Sans" charset="0"/>
              </a:endParaRPr>
            </a:p>
          </p:txBody>
        </p:sp>
        <p:cxnSp>
          <p:nvCxnSpPr>
            <p:cNvPr id="83" name="Elbow Connector 82">
              <a:extLst>
                <a:ext uri="{FF2B5EF4-FFF2-40B4-BE49-F238E27FC236}">
                  <a16:creationId xmlns:a16="http://schemas.microsoft.com/office/drawing/2014/main" id="{C9F0C7AB-7D84-5889-FDE1-0968EA188063}"/>
                </a:ext>
              </a:extLst>
            </p:cNvPr>
            <p:cNvCxnSpPr>
              <a:cxnSpLocks/>
            </p:cNvCxnSpPr>
            <p:nvPr/>
          </p:nvCxnSpPr>
          <p:spPr bwMode="auto">
            <a:xfrm rot="10800000">
              <a:off x="1626782" y="4731791"/>
              <a:ext cx="3982049" cy="578780"/>
            </a:xfrm>
            <a:prstGeom prst="bentConnector3">
              <a:avLst>
                <a:gd name="adj1" fmla="val 99931"/>
              </a:avLst>
            </a:prstGeom>
            <a:ln>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84" name="Straight Connector 83">
              <a:extLst>
                <a:ext uri="{FF2B5EF4-FFF2-40B4-BE49-F238E27FC236}">
                  <a16:creationId xmlns:a16="http://schemas.microsoft.com/office/drawing/2014/main" id="{3DD8FF93-41F2-5FED-F3AD-E4BC125EDBB0}"/>
                </a:ext>
              </a:extLst>
            </p:cNvPr>
            <p:cNvCxnSpPr>
              <a:cxnSpLocks/>
            </p:cNvCxnSpPr>
            <p:nvPr/>
          </p:nvCxnSpPr>
          <p:spPr bwMode="auto">
            <a:xfrm>
              <a:off x="5608830" y="4735345"/>
              <a:ext cx="0" cy="575227"/>
            </a:xfrm>
            <a:prstGeom prst="line">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94" name="TextBox 93">
              <a:extLst>
                <a:ext uri="{FF2B5EF4-FFF2-40B4-BE49-F238E27FC236}">
                  <a16:creationId xmlns:a16="http://schemas.microsoft.com/office/drawing/2014/main" id="{EED2C44F-5C70-0025-B1C9-A24B161F609C}"/>
                </a:ext>
              </a:extLst>
            </p:cNvPr>
            <p:cNvSpPr txBox="1"/>
            <p:nvPr/>
          </p:nvSpPr>
          <p:spPr>
            <a:xfrm>
              <a:off x="1091958" y="5173990"/>
              <a:ext cx="5305175" cy="861774"/>
            </a:xfrm>
            <a:prstGeom prst="rect">
              <a:avLst/>
            </a:prstGeom>
            <a:noFill/>
          </p:spPr>
          <p:txBody>
            <a:bodyPr wrap="square" lIns="182880" tIns="182880" rIns="182880" bIns="182880" rtlCol="0" anchor="t">
              <a:spAutoFit/>
            </a:bodyPr>
            <a:lstStyle/>
            <a:p>
              <a:pPr algn="ctr" defTabSz="1371982">
                <a:spcBef>
                  <a:spcPts val="1200"/>
                </a:spcBef>
                <a:defRPr/>
              </a:pPr>
              <a:r>
                <a:rPr lang="en-US" sz="1600" dirty="0">
                  <a:solidFill>
                    <a:srgbClr val="000000"/>
                  </a:solidFill>
                  <a:latin typeface="IBM Plex Sans Light"/>
                  <a:ea typeface="IBM Plex Sans" charset="0"/>
                  <a:cs typeface="IBM Plex Sans" charset="0"/>
                </a:rPr>
                <a:t>Leverage governed enterprise data in watsonx.data to seamlessly train or fine-tune foundation models</a:t>
              </a:r>
              <a:endParaRPr lang="en-US" sz="1600" dirty="0">
                <a:solidFill>
                  <a:srgbClr val="FF0000"/>
                </a:solidFill>
                <a:latin typeface="IBM Plex Sans Light"/>
                <a:ea typeface="IBM Plex Sans" charset="0"/>
                <a:cs typeface="IBM Plex Sans" charset="0"/>
              </a:endParaRPr>
            </a:p>
          </p:txBody>
        </p:sp>
        <p:cxnSp>
          <p:nvCxnSpPr>
            <p:cNvPr id="99" name="Straight Connector 98">
              <a:extLst>
                <a:ext uri="{FF2B5EF4-FFF2-40B4-BE49-F238E27FC236}">
                  <a16:creationId xmlns:a16="http://schemas.microsoft.com/office/drawing/2014/main" id="{EA8015C5-5BD2-6FD2-03D9-C11FA2C7C8EE}"/>
                </a:ext>
              </a:extLst>
            </p:cNvPr>
            <p:cNvCxnSpPr>
              <a:cxnSpLocks/>
            </p:cNvCxnSpPr>
            <p:nvPr/>
          </p:nvCxnSpPr>
          <p:spPr bwMode="auto">
            <a:xfrm>
              <a:off x="1043818" y="4736529"/>
              <a:ext cx="0" cy="1370595"/>
            </a:xfrm>
            <a:prstGeom prst="line">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100" name="Elbow Connector 99">
              <a:extLst>
                <a:ext uri="{FF2B5EF4-FFF2-40B4-BE49-F238E27FC236}">
                  <a16:creationId xmlns:a16="http://schemas.microsoft.com/office/drawing/2014/main" id="{3DA55F52-EAE7-7A16-AE8A-DD97F9A15A89}"/>
                </a:ext>
              </a:extLst>
            </p:cNvPr>
            <p:cNvCxnSpPr>
              <a:cxnSpLocks/>
            </p:cNvCxnSpPr>
            <p:nvPr/>
          </p:nvCxnSpPr>
          <p:spPr bwMode="auto">
            <a:xfrm flipV="1">
              <a:off x="1043818" y="4765080"/>
              <a:ext cx="9205968" cy="1342586"/>
            </a:xfrm>
            <a:prstGeom prst="bentConnector3">
              <a:avLst>
                <a:gd name="adj1" fmla="val 100010"/>
              </a:avLst>
            </a:prstGeom>
            <a:ln>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106" name="TextBox 105">
              <a:extLst>
                <a:ext uri="{FF2B5EF4-FFF2-40B4-BE49-F238E27FC236}">
                  <a16:creationId xmlns:a16="http://schemas.microsoft.com/office/drawing/2014/main" id="{F13BB1CA-8D10-4DE5-38B4-6BFC8A12E713}"/>
                </a:ext>
              </a:extLst>
            </p:cNvPr>
            <p:cNvSpPr txBox="1"/>
            <p:nvPr/>
          </p:nvSpPr>
          <p:spPr>
            <a:xfrm>
              <a:off x="4874275" y="5964242"/>
              <a:ext cx="5663311" cy="861774"/>
            </a:xfrm>
            <a:prstGeom prst="rect">
              <a:avLst/>
            </a:prstGeom>
            <a:noFill/>
          </p:spPr>
          <p:txBody>
            <a:bodyPr wrap="square" lIns="182880" tIns="182880" rIns="182880" bIns="182880" rtlCol="0" anchor="t">
              <a:spAutoFit/>
            </a:bodyPr>
            <a:lstStyle/>
            <a:p>
              <a:pPr algn="ctr" defTabSz="1371982">
                <a:spcBef>
                  <a:spcPts val="1200"/>
                </a:spcBef>
                <a:defRPr/>
              </a:pPr>
              <a:r>
                <a:rPr lang="en-US" sz="1600" dirty="0">
                  <a:solidFill>
                    <a:srgbClr val="000000"/>
                  </a:solidFill>
                  <a:latin typeface="IBM Plex Sans Light"/>
                  <a:ea typeface="IBM Plex Sans" charset="0"/>
                  <a:cs typeface="IBM Plex Sans" charset="0"/>
                </a:rPr>
                <a:t>Enable fine-tuned models to be managed through market leading governance and lifecycle management capabilities</a:t>
              </a:r>
              <a:endParaRPr lang="en-US" sz="1600" dirty="0">
                <a:solidFill>
                  <a:srgbClr val="FF0000"/>
                </a:solidFill>
                <a:latin typeface="IBM Plex Sans Light"/>
                <a:ea typeface="IBM Plex Sans" charset="0"/>
                <a:cs typeface="IBM Plex Sans" charset="0"/>
              </a:endParaRPr>
            </a:p>
          </p:txBody>
        </p:sp>
      </p:grpSp>
      <p:sp>
        <p:nvSpPr>
          <p:cNvPr id="108" name="TextBox 107">
            <a:extLst>
              <a:ext uri="{FF2B5EF4-FFF2-40B4-BE49-F238E27FC236}">
                <a16:creationId xmlns:a16="http://schemas.microsoft.com/office/drawing/2014/main" id="{DCCB5446-4471-5A32-3162-0F7A36D12856}"/>
              </a:ext>
            </a:extLst>
          </p:cNvPr>
          <p:cNvSpPr txBox="1"/>
          <p:nvPr/>
        </p:nvSpPr>
        <p:spPr>
          <a:xfrm>
            <a:off x="265024" y="3891134"/>
            <a:ext cx="2206757" cy="584775"/>
          </a:xfrm>
          <a:prstGeom prst="rect">
            <a:avLst/>
          </a:prstGeom>
          <a:noFill/>
        </p:spPr>
        <p:txBody>
          <a:bodyPr wrap="square">
            <a:spAutoFit/>
          </a:bodyPr>
          <a:lstStyle/>
          <a:p>
            <a:pPr defTabSz="1828823">
              <a:spcBef>
                <a:spcPts val="2667"/>
              </a:spcBef>
            </a:pPr>
            <a:r>
              <a:rPr lang="en-US" sz="1600" b="1" dirty="0">
                <a:solidFill>
                  <a:srgbClr val="FFFFFF"/>
                </a:solidFill>
                <a:latin typeface="IBM Plex Sans Light"/>
              </a:rPr>
              <a:t>Train, validate, tune and deploy AI models</a:t>
            </a:r>
          </a:p>
        </p:txBody>
      </p:sp>
      <p:sp>
        <p:nvSpPr>
          <p:cNvPr id="109" name="TextBox 108">
            <a:extLst>
              <a:ext uri="{FF2B5EF4-FFF2-40B4-BE49-F238E27FC236}">
                <a16:creationId xmlns:a16="http://schemas.microsoft.com/office/drawing/2014/main" id="{9D4A3941-5537-225A-0297-20335406DEB2}"/>
              </a:ext>
            </a:extLst>
          </p:cNvPr>
          <p:cNvSpPr txBox="1"/>
          <p:nvPr/>
        </p:nvSpPr>
        <p:spPr>
          <a:xfrm>
            <a:off x="4499235" y="3890613"/>
            <a:ext cx="2525666" cy="584775"/>
          </a:xfrm>
          <a:prstGeom prst="rect">
            <a:avLst/>
          </a:prstGeom>
          <a:noFill/>
        </p:spPr>
        <p:txBody>
          <a:bodyPr wrap="square">
            <a:spAutoFit/>
          </a:bodyPr>
          <a:lstStyle/>
          <a:p>
            <a:pPr defTabSz="1828823">
              <a:spcBef>
                <a:spcPts val="2667"/>
              </a:spcBef>
            </a:pPr>
            <a:r>
              <a:rPr lang="en-US" sz="1600" b="1" dirty="0">
                <a:solidFill>
                  <a:srgbClr val="FFFFFF"/>
                </a:solidFill>
                <a:latin typeface="IBM Plex Sans Light"/>
              </a:rPr>
              <a:t>Scale AI workloads, for all </a:t>
            </a:r>
          </a:p>
          <a:p>
            <a:pPr defTabSz="1828823"/>
            <a:r>
              <a:rPr lang="en-US" sz="1600" b="1" dirty="0">
                <a:solidFill>
                  <a:srgbClr val="FFFFFF"/>
                </a:solidFill>
                <a:latin typeface="IBM Plex Sans Light"/>
              </a:rPr>
              <a:t>your data, anywhere</a:t>
            </a:r>
          </a:p>
        </p:txBody>
      </p:sp>
      <p:sp>
        <p:nvSpPr>
          <p:cNvPr id="110" name="TextBox 109">
            <a:extLst>
              <a:ext uri="{FF2B5EF4-FFF2-40B4-BE49-F238E27FC236}">
                <a16:creationId xmlns:a16="http://schemas.microsoft.com/office/drawing/2014/main" id="{E68F5951-E1A0-F2EB-60AF-135514F416CF}"/>
              </a:ext>
            </a:extLst>
          </p:cNvPr>
          <p:cNvSpPr txBox="1"/>
          <p:nvPr/>
        </p:nvSpPr>
        <p:spPr>
          <a:xfrm>
            <a:off x="8377277" y="3890613"/>
            <a:ext cx="3517426" cy="584775"/>
          </a:xfrm>
          <a:prstGeom prst="rect">
            <a:avLst/>
          </a:prstGeom>
          <a:noFill/>
        </p:spPr>
        <p:txBody>
          <a:bodyPr wrap="square">
            <a:spAutoFit/>
          </a:bodyPr>
          <a:lstStyle/>
          <a:p>
            <a:pPr defTabSz="1828823">
              <a:spcBef>
                <a:spcPts val="2667"/>
              </a:spcBef>
            </a:pPr>
            <a:r>
              <a:rPr lang="en-US" sz="1600" b="1" dirty="0">
                <a:solidFill>
                  <a:srgbClr val="FFFFFF"/>
                </a:solidFill>
                <a:latin typeface="IBM Plex Sans Light"/>
              </a:rPr>
              <a:t>Enable responsible, transparent and explainable data and AI workflows</a:t>
            </a:r>
          </a:p>
        </p:txBody>
      </p:sp>
      <p:sp>
        <p:nvSpPr>
          <p:cNvPr id="15" name="Text Placeholder 14">
            <a:extLst>
              <a:ext uri="{FF2B5EF4-FFF2-40B4-BE49-F238E27FC236}">
                <a16:creationId xmlns:a16="http://schemas.microsoft.com/office/drawing/2014/main" id="{CDA4BAEA-6E6F-C0A7-D77A-A030F4814025}"/>
              </a:ext>
            </a:extLst>
          </p:cNvPr>
          <p:cNvSpPr txBox="1">
            <a:spLocks/>
          </p:cNvSpPr>
          <p:nvPr/>
        </p:nvSpPr>
        <p:spPr>
          <a:xfrm>
            <a:off x="6397133" y="7279601"/>
            <a:ext cx="5257749" cy="3025140"/>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4000" kern="0" dirty="0">
                <a:latin typeface="+mn-lt"/>
              </a:rPr>
              <a:t>The AI Strategy</a:t>
            </a:r>
            <a:endParaRPr lang="en-US" sz="2000" kern="0" dirty="0">
              <a:latin typeface="+mn-lt"/>
            </a:endParaRPr>
          </a:p>
          <a:p>
            <a:pPr marL="514350" lvl="1" indent="-514350">
              <a:spcBef>
                <a:spcPts val="400"/>
              </a:spcBef>
              <a:buClr>
                <a:schemeClr val="accent1"/>
              </a:buClr>
              <a:buSzPct val="128000"/>
              <a:buFont typeface="+mj-lt"/>
              <a:buAutoNum type="arabicPeriod"/>
              <a:defRPr/>
            </a:pPr>
            <a:endParaRPr lang="en-US" sz="2000" b="1" dirty="0">
              <a:latin typeface="+mn-lt"/>
            </a:endParaRPr>
          </a:p>
          <a:p>
            <a:pPr marL="514350" lvl="1" indent="-514350">
              <a:spcBef>
                <a:spcPts val="400"/>
              </a:spcBef>
              <a:buClr>
                <a:schemeClr val="accent1"/>
              </a:buClr>
              <a:buSzPct val="128000"/>
              <a:buFont typeface="+mj-lt"/>
              <a:buAutoNum type="arabicPeriod"/>
              <a:defRPr/>
            </a:pPr>
            <a:r>
              <a:rPr lang="en-US" sz="2000" b="1" dirty="0">
                <a:latin typeface="+mn-lt"/>
              </a:rPr>
              <a:t>The quality of models</a:t>
            </a:r>
            <a:r>
              <a:rPr lang="en-US" sz="2000" dirty="0">
                <a:latin typeface="+mn-lt"/>
              </a:rPr>
              <a:t>. While doing so at speed and scale.  </a:t>
            </a:r>
          </a:p>
          <a:p>
            <a:pPr marL="514350" lvl="1" indent="-514350">
              <a:spcBef>
                <a:spcPts val="400"/>
              </a:spcBef>
              <a:buClr>
                <a:schemeClr val="accent1"/>
              </a:buClr>
              <a:buSzPct val="128000"/>
              <a:buFont typeface="+mj-lt"/>
              <a:buAutoNum type="arabicPeriod"/>
              <a:defRPr/>
            </a:pPr>
            <a:endParaRPr lang="en-US" sz="900" dirty="0">
              <a:latin typeface="+mn-lt"/>
            </a:endParaRPr>
          </a:p>
          <a:p>
            <a:pPr marL="514350" lvl="1" indent="-514350">
              <a:spcBef>
                <a:spcPts val="400"/>
              </a:spcBef>
              <a:buClr>
                <a:schemeClr val="accent1"/>
              </a:buClr>
              <a:buSzPct val="128000"/>
              <a:buFont typeface="+mj-lt"/>
              <a:buAutoNum type="arabicPeriod"/>
              <a:defRPr/>
            </a:pPr>
            <a:r>
              <a:rPr lang="en-US" sz="2000" b="1" dirty="0">
                <a:latin typeface="+mn-lt"/>
              </a:rPr>
              <a:t>How unique business value will be created</a:t>
            </a:r>
            <a:r>
              <a:rPr lang="en-US" sz="2000" dirty="0">
                <a:latin typeface="+mn-lt"/>
              </a:rPr>
              <a:t>. A</a:t>
            </a:r>
            <a:r>
              <a:rPr lang="en-US" sz="2000" dirty="0">
                <a:latin typeface="+mn-lt"/>
                <a:ea typeface="Calibri" panose="020F0502020204030204" pitchFamily="34" charset="0"/>
                <a:cs typeface="Times New Roman (Body CS)"/>
              </a:rPr>
              <a:t>bility to apply your own data to customize an AI model for enterprise-specific needs is critical. </a:t>
            </a:r>
            <a:endParaRPr lang="en-US" sz="2000" dirty="0">
              <a:latin typeface="+mn-lt"/>
            </a:endParaRPr>
          </a:p>
          <a:p>
            <a:pPr marL="514350" lvl="1" indent="-514350">
              <a:spcBef>
                <a:spcPts val="400"/>
              </a:spcBef>
              <a:buClr>
                <a:schemeClr val="accent1"/>
              </a:buClr>
              <a:buSzPct val="128000"/>
              <a:buFont typeface="+mj-lt"/>
              <a:buAutoNum type="arabicPeriod"/>
              <a:defRPr/>
            </a:pPr>
            <a:endParaRPr lang="en-US" sz="900" dirty="0">
              <a:latin typeface="+mn-lt"/>
            </a:endParaRPr>
          </a:p>
          <a:p>
            <a:pPr marL="514350" lvl="1" indent="-514350">
              <a:spcBef>
                <a:spcPts val="400"/>
              </a:spcBef>
              <a:buClr>
                <a:schemeClr val="accent1"/>
              </a:buClr>
              <a:buSzPct val="128000"/>
              <a:buFont typeface="+mj-lt"/>
              <a:buAutoNum type="arabicPeriod"/>
              <a:defRPr/>
            </a:pPr>
            <a:r>
              <a:rPr lang="en-US" sz="2000" b="1" dirty="0">
                <a:latin typeface="+mn-lt"/>
              </a:rPr>
              <a:t>The ability to infuse AI into business processes</a:t>
            </a:r>
            <a:r>
              <a:rPr lang="en-US" sz="2000" dirty="0">
                <a:latin typeface="+mn-lt"/>
              </a:rPr>
              <a:t>. </a:t>
            </a:r>
            <a:r>
              <a:rPr lang="en-US" sz="2000" kern="0" dirty="0">
                <a:latin typeface="+mn-lt"/>
              </a:rPr>
              <a:t>B</a:t>
            </a:r>
            <a:r>
              <a:rPr lang="en-US" sz="2000" kern="0" dirty="0">
                <a:latin typeface="+mn-lt"/>
                <a:ea typeface="Calibri" panose="020F0502020204030204" pitchFamily="34" charset="0"/>
                <a:cs typeface="Times New Roman (Body CS)"/>
              </a:rPr>
              <a:t>eing able to make use of your data, wherever it resides, on-prem, across clouds and data formats.</a:t>
            </a:r>
            <a:endParaRPr lang="en-US" sz="2000" dirty="0">
              <a:latin typeface="+mn-lt"/>
            </a:endParaRPr>
          </a:p>
          <a:p>
            <a:pPr marL="514350" lvl="1" indent="-514350">
              <a:spcBef>
                <a:spcPts val="400"/>
              </a:spcBef>
              <a:buClr>
                <a:schemeClr val="accent1"/>
              </a:buClr>
              <a:buSzPct val="120000"/>
              <a:buFont typeface="+mj-lt"/>
              <a:buAutoNum type="arabicPeriod"/>
              <a:defRPr/>
            </a:pPr>
            <a:endParaRPr lang="en-US" sz="900" dirty="0">
              <a:latin typeface="+mn-lt"/>
            </a:endParaRPr>
          </a:p>
        </p:txBody>
      </p:sp>
      <p:sp>
        <p:nvSpPr>
          <p:cNvPr id="19" name="Text Placeholder 14">
            <a:extLst>
              <a:ext uri="{FF2B5EF4-FFF2-40B4-BE49-F238E27FC236}">
                <a16:creationId xmlns:a16="http://schemas.microsoft.com/office/drawing/2014/main" id="{1777E0F5-A3AB-5E17-F963-6E9492C266D9}"/>
              </a:ext>
            </a:extLst>
          </p:cNvPr>
          <p:cNvSpPr txBox="1">
            <a:spLocks/>
          </p:cNvSpPr>
          <p:nvPr/>
        </p:nvSpPr>
        <p:spPr>
          <a:xfrm>
            <a:off x="492963" y="7279601"/>
            <a:ext cx="5257749" cy="3025140"/>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4000" kern="0" dirty="0">
                <a:latin typeface="+mn-lt"/>
              </a:rPr>
              <a:t>Pain Points</a:t>
            </a:r>
            <a:endParaRPr lang="en-US" sz="2000" kern="0" dirty="0">
              <a:latin typeface="+mn-lt"/>
            </a:endParaRPr>
          </a:p>
          <a:p>
            <a:r>
              <a:rPr lang="en-US" sz="3200" dirty="0">
                <a:solidFill>
                  <a:schemeClr val="accent1"/>
                </a:solidFill>
                <a:latin typeface="+mj-lt"/>
              </a:rPr>
              <a:t>1 in 5</a:t>
            </a:r>
            <a:br>
              <a:rPr lang="en-US" sz="300" dirty="0">
                <a:latin typeface="+mj-lt"/>
              </a:rPr>
            </a:br>
            <a:r>
              <a:rPr lang="en-US" sz="1800" dirty="0">
                <a:solidFill>
                  <a:srgbClr val="000000"/>
                </a:solidFill>
                <a:latin typeface="IBM Plex Sans Light" panose="020B0403050203000203" pitchFamily="34" charset="0"/>
                <a:cs typeface="+mn-cs"/>
                <a:sym typeface=""/>
              </a:rPr>
              <a:t>Organizations cite difficulties integrating data across any cloud </a:t>
            </a:r>
          </a:p>
          <a:p>
            <a:pPr marL="514350" lvl="1" indent="-514350">
              <a:spcBef>
                <a:spcPts val="400"/>
              </a:spcBef>
              <a:buClr>
                <a:schemeClr val="accent1"/>
              </a:buClr>
              <a:buSzPct val="128000"/>
              <a:buFont typeface="+mj-lt"/>
              <a:buAutoNum type="arabicPeriod"/>
              <a:defRPr/>
            </a:pPr>
            <a:endParaRPr lang="en-US" sz="800" dirty="0">
              <a:latin typeface="+mn-lt"/>
            </a:endParaRPr>
          </a:p>
          <a:p>
            <a:r>
              <a:rPr lang="en-US" sz="3200" kern="0" dirty="0">
                <a:solidFill>
                  <a:schemeClr val="accent1"/>
                </a:solidFill>
                <a:latin typeface="+mn-lt"/>
              </a:rPr>
              <a:t>25% </a:t>
            </a:r>
          </a:p>
          <a:p>
            <a:r>
              <a:rPr lang="en-US" sz="1800" kern="0" dirty="0">
                <a:latin typeface="+mn-lt"/>
              </a:rPr>
              <a:t>of organizations lack to the tools or platforms to develop models</a:t>
            </a:r>
          </a:p>
          <a:p>
            <a:r>
              <a:rPr lang="en-US" sz="3200" dirty="0">
                <a:solidFill>
                  <a:schemeClr val="accent1"/>
                </a:solidFill>
                <a:latin typeface="+mn-lt"/>
              </a:rPr>
              <a:t>74% </a:t>
            </a:r>
          </a:p>
          <a:p>
            <a:r>
              <a:rPr lang="en-US" sz="1800" dirty="0">
                <a:latin typeface="+mn-lt"/>
              </a:rPr>
              <a:t>of organizations haven’t taken the necessary steps to reduce bias in their AI</a:t>
            </a:r>
            <a:endParaRPr lang="en-US" sz="1200" baseline="30000" dirty="0">
              <a:solidFill>
                <a:srgbClr val="000000"/>
              </a:solidFill>
              <a:latin typeface="IBM Plex Sans Light" panose="020B0403050203000203" pitchFamily="34" charset="0"/>
              <a:cs typeface="+mn-cs"/>
              <a:sym typeface=""/>
            </a:endParaRPr>
          </a:p>
          <a:p>
            <a:r>
              <a:rPr lang="en-US" sz="3200" dirty="0">
                <a:solidFill>
                  <a:schemeClr val="accent1"/>
                </a:solidFill>
                <a:latin typeface="+mn-lt"/>
              </a:rPr>
              <a:t>34% </a:t>
            </a:r>
          </a:p>
          <a:p>
            <a:r>
              <a:rPr lang="en-US" sz="1800" dirty="0">
                <a:latin typeface="+mn-lt"/>
              </a:rPr>
              <a:t>of businesses lack the necessary AI skills, expertise or knowledge </a:t>
            </a:r>
          </a:p>
          <a:p>
            <a:pPr marL="0" lvl="1" indent="0" algn="r">
              <a:spcBef>
                <a:spcPts val="400"/>
              </a:spcBef>
              <a:buClr>
                <a:schemeClr val="accent1"/>
              </a:buClr>
              <a:buSzPct val="128000"/>
              <a:buNone/>
              <a:defRPr/>
            </a:pPr>
            <a:endParaRPr lang="en-US" sz="800" dirty="0"/>
          </a:p>
          <a:p>
            <a:pPr marL="0" lvl="1" indent="0" algn="r">
              <a:spcBef>
                <a:spcPts val="400"/>
              </a:spcBef>
              <a:buClr>
                <a:schemeClr val="accent1"/>
              </a:buClr>
              <a:buSzPct val="128000"/>
              <a:buNone/>
              <a:defRPr/>
            </a:pPr>
            <a:r>
              <a:rPr lang="en-US" sz="800" dirty="0"/>
              <a:t>Source: 2022 AI Adoption Index https://</a:t>
            </a:r>
            <a:r>
              <a:rPr lang="en-US" sz="800" dirty="0" err="1"/>
              <a:t>www.ibm.com</a:t>
            </a:r>
            <a:r>
              <a:rPr lang="en-US" sz="800" dirty="0"/>
              <a:t>/downloads/</a:t>
            </a:r>
            <a:r>
              <a:rPr lang="en-US" sz="800" dirty="0" err="1"/>
              <a:t>cas</a:t>
            </a:r>
            <a:r>
              <a:rPr lang="en-US" sz="800" dirty="0"/>
              <a:t>/GVAGA3JP</a:t>
            </a:r>
            <a:endParaRPr lang="en-US" sz="2000" dirty="0">
              <a:latin typeface="+mn-lt"/>
            </a:endParaRPr>
          </a:p>
          <a:p>
            <a:pPr marL="514350" lvl="1" indent="-514350">
              <a:spcBef>
                <a:spcPts val="400"/>
              </a:spcBef>
              <a:buClr>
                <a:schemeClr val="accent1"/>
              </a:buClr>
              <a:buSzPct val="120000"/>
              <a:buFont typeface="+mj-lt"/>
              <a:buAutoNum type="arabicPeriod"/>
              <a:defRPr/>
            </a:pPr>
            <a:endParaRPr lang="en-US" sz="900" dirty="0">
              <a:latin typeface="+mn-lt"/>
            </a:endParaRPr>
          </a:p>
        </p:txBody>
      </p:sp>
    </p:spTree>
    <p:extLst>
      <p:ext uri="{BB962C8B-B14F-4D97-AF65-F5344CB8AC3E}">
        <p14:creationId xmlns:p14="http://schemas.microsoft.com/office/powerpoint/2010/main" val="2653619423"/>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97F58CB-D18B-1433-2D70-7F22BD86D44E}"/>
              </a:ext>
            </a:extLst>
          </p:cNvPr>
          <p:cNvSpPr/>
          <p:nvPr/>
        </p:nvSpPr>
        <p:spPr bwMode="auto">
          <a:xfrm>
            <a:off x="0" y="0"/>
            <a:ext cx="12193588" cy="6893152"/>
          </a:xfrm>
          <a:prstGeom prst="rect">
            <a:avLst/>
          </a:prstGeom>
          <a:solidFill>
            <a:schemeClr val="accent1">
              <a:lumMod val="20000"/>
              <a:lumOff val="80000"/>
              <a:alpha val="8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9" name="Title 11">
            <a:extLst>
              <a:ext uri="{FF2B5EF4-FFF2-40B4-BE49-F238E27FC236}">
                <a16:creationId xmlns:a16="http://schemas.microsoft.com/office/drawing/2014/main" id="{C28FA85F-834D-6F96-3719-1C5B9CF91E49}"/>
              </a:ext>
            </a:extLst>
          </p:cNvPr>
          <p:cNvSpPr>
            <a:spLocks noGrp="1"/>
          </p:cNvSpPr>
          <p:nvPr>
            <p:ph type="title"/>
          </p:nvPr>
        </p:nvSpPr>
        <p:spPr>
          <a:xfrm>
            <a:off x="521262" y="252480"/>
            <a:ext cx="11199793" cy="3413126"/>
          </a:xfrm>
        </p:spPr>
        <p:txBody>
          <a:bodyPr/>
          <a:lstStyle/>
          <a:p>
            <a:r>
              <a:rPr lang="en-US" sz="6000" b="1" i="0" dirty="0">
                <a:effectLst/>
                <a:latin typeface="IBM Plex Sans" panose="020B0503050203000203" pitchFamily="34" charset="0"/>
              </a:rPr>
              <a:t>watson</a:t>
            </a:r>
            <a:r>
              <a:rPr lang="en-US" sz="6000" b="1" i="0" dirty="0">
                <a:solidFill>
                  <a:schemeClr val="accent1"/>
                </a:solidFill>
                <a:effectLst/>
                <a:latin typeface="IBM Plex Sans" panose="020B0503050203000203" pitchFamily="34" charset="0"/>
              </a:rPr>
              <a:t>x</a:t>
            </a:r>
            <a:r>
              <a:rPr lang="en-US" sz="6000" b="1" i="0" dirty="0">
                <a:solidFill>
                  <a:schemeClr val="tx1"/>
                </a:solidFill>
                <a:effectLst/>
                <a:latin typeface="IBM Plex Sans" panose="020B0503050203000203" pitchFamily="34" charset="0"/>
              </a:rPr>
              <a:t>.ai</a:t>
            </a:r>
            <a:br>
              <a:rPr lang="en-US" sz="4400" dirty="0">
                <a:effectLst/>
              </a:rPr>
            </a:br>
            <a:r>
              <a:rPr lang="en-US" sz="3200" dirty="0"/>
              <a:t>An enterprise-ready next-generation AI studio for AI builders, bringing together traditional machine learning and new generative AI capabilities powered by foundation models.</a:t>
            </a:r>
            <a:br>
              <a:rPr lang="en-US" sz="3600" dirty="0"/>
            </a:br>
            <a:br>
              <a:rPr lang="en-US" sz="3600" kern="1200" dirty="0">
                <a:ea typeface="+mn-ea"/>
                <a:cs typeface="+mn-cs"/>
              </a:rPr>
            </a:br>
            <a:br>
              <a:rPr lang="en-US" sz="4000" kern="1200" dirty="0">
                <a:ea typeface="+mn-ea"/>
                <a:cs typeface="+mn-cs"/>
              </a:rPr>
            </a:br>
            <a:br>
              <a:rPr lang="en-US" sz="4400" dirty="0">
                <a:effectLst/>
              </a:rPr>
            </a:br>
            <a:endParaRPr lang="en-US" sz="4400" dirty="0">
              <a:effectLst/>
            </a:endParaRPr>
          </a:p>
        </p:txBody>
      </p:sp>
      <p:cxnSp>
        <p:nvCxnSpPr>
          <p:cNvPr id="5" name="Straight Connector 4">
            <a:extLst>
              <a:ext uri="{FF2B5EF4-FFF2-40B4-BE49-F238E27FC236}">
                <a16:creationId xmlns:a16="http://schemas.microsoft.com/office/drawing/2014/main" id="{23115172-AC44-AB35-2287-20EB37152EA5}"/>
              </a:ext>
            </a:extLst>
          </p:cNvPr>
          <p:cNvCxnSpPr>
            <a:cxnSpLocks/>
          </p:cNvCxnSpPr>
          <p:nvPr/>
        </p:nvCxnSpPr>
        <p:spPr bwMode="auto">
          <a:xfrm flipV="1">
            <a:off x="420176" y="6904818"/>
            <a:ext cx="23569588" cy="4579"/>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585166FB-69EB-51CC-DE01-C8A6F1F3432D}"/>
              </a:ext>
            </a:extLst>
          </p:cNvPr>
          <p:cNvCxnSpPr>
            <a:cxnSpLocks/>
          </p:cNvCxnSpPr>
          <p:nvPr/>
        </p:nvCxnSpPr>
        <p:spPr bwMode="auto">
          <a:xfrm>
            <a:off x="6095916" y="6904818"/>
            <a:ext cx="0" cy="642842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57FEB7FF-A0F0-373B-5BC8-B5025053414E}"/>
              </a:ext>
            </a:extLst>
          </p:cNvPr>
          <p:cNvCxnSpPr>
            <a:cxnSpLocks/>
          </p:cNvCxnSpPr>
          <p:nvPr/>
        </p:nvCxnSpPr>
        <p:spPr bwMode="auto">
          <a:xfrm>
            <a:off x="12174083" y="426394"/>
            <a:ext cx="0" cy="1290684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875B137A-6834-3CE6-4DDF-8CDAABB8E4D7}"/>
              </a:ext>
            </a:extLst>
          </p:cNvPr>
          <p:cNvCxnSpPr>
            <a:cxnSpLocks/>
          </p:cNvCxnSpPr>
          <p:nvPr/>
        </p:nvCxnSpPr>
        <p:spPr bwMode="auto">
          <a:xfrm>
            <a:off x="18304328" y="451395"/>
            <a:ext cx="0" cy="1290684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3629DDAA-845E-631B-3AB8-D1169D3F8D5C}"/>
              </a:ext>
            </a:extLst>
          </p:cNvPr>
          <p:cNvSpPr txBox="1"/>
          <p:nvPr/>
        </p:nvSpPr>
        <p:spPr>
          <a:xfrm>
            <a:off x="24371058" y="12739104"/>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16" name="Text Placeholder 16">
            <a:extLst>
              <a:ext uri="{FF2B5EF4-FFF2-40B4-BE49-F238E27FC236}">
                <a16:creationId xmlns:a16="http://schemas.microsoft.com/office/drawing/2014/main" id="{FD746F90-8511-8A93-0A94-315C31088E19}"/>
              </a:ext>
            </a:extLst>
          </p:cNvPr>
          <p:cNvSpPr txBox="1">
            <a:spLocks/>
          </p:cNvSpPr>
          <p:nvPr/>
        </p:nvSpPr>
        <p:spPr>
          <a:xfrm>
            <a:off x="12451569" y="7152833"/>
            <a:ext cx="5879824" cy="5857832"/>
          </a:xfrm>
          <a:prstGeom prst="rect">
            <a:avLst/>
          </a:prstGeom>
        </p:spPr>
        <p:txBody>
          <a:bodyPr lIns="91440" tIns="45720" rIns="91440" bIns="45720" anchor="t"/>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4000" kern="0" dirty="0">
                <a:solidFill>
                  <a:srgbClr val="000000"/>
                </a:solidFill>
                <a:latin typeface="+mn-lt"/>
              </a:rPr>
              <a:t>What’s Included</a:t>
            </a:r>
          </a:p>
          <a:p>
            <a:endParaRPr lang="en-US" sz="2400" kern="0" dirty="0">
              <a:latin typeface="+mn-lt"/>
            </a:endParaRPr>
          </a:p>
          <a:p>
            <a:pPr marL="293125" indent="-300572">
              <a:buClr>
                <a:schemeClr val="accent1"/>
              </a:buClr>
              <a:buFont typeface="Arial" panose="020B0604020202020204" pitchFamily="34" charset="0"/>
              <a:buChar char="•"/>
            </a:pPr>
            <a:r>
              <a:rPr lang="en-US" sz="2800" dirty="0">
                <a:solidFill>
                  <a:schemeClr val="tx1"/>
                </a:solidFill>
                <a:latin typeface="+mn-lt"/>
              </a:rPr>
              <a:t>Gen AI capabilities </a:t>
            </a:r>
          </a:p>
          <a:p>
            <a:pPr marL="1207770" lvl="1" indent="-300355">
              <a:buClr>
                <a:schemeClr val="accent1"/>
              </a:buClr>
              <a:buFont typeface="Arial" panose="020B0604020202020204" pitchFamily="34" charset="0"/>
              <a:buChar char="•"/>
            </a:pPr>
            <a:r>
              <a:rPr lang="en-US" sz="2800" dirty="0">
                <a:latin typeface="+mn-lt"/>
              </a:rPr>
              <a:t>Trusted Foundation / Large Language models</a:t>
            </a:r>
          </a:p>
          <a:p>
            <a:pPr marL="1207782" lvl="1" indent="-300572">
              <a:buClr>
                <a:schemeClr val="accent1"/>
              </a:buClr>
              <a:buFont typeface="Arial" panose="020B0604020202020204" pitchFamily="34" charset="0"/>
              <a:buChar char="•"/>
            </a:pPr>
            <a:r>
              <a:rPr lang="en-US" sz="2800" dirty="0">
                <a:latin typeface="+mn-lt"/>
              </a:rPr>
              <a:t>Tooling for model prompt engineering, </a:t>
            </a:r>
            <a:r>
              <a:rPr lang="en-US" sz="2800" dirty="0">
                <a:latin typeface="+mn-lt"/>
                <a:ea typeface="IBM Plex Sans" charset="0"/>
                <a:cs typeface="IBM Plex Sans" charset="0"/>
              </a:rPr>
              <a:t>tuning, and inference</a:t>
            </a:r>
          </a:p>
          <a:p>
            <a:pPr marL="1207782" lvl="1" indent="-300572">
              <a:buClr>
                <a:schemeClr val="accent1"/>
              </a:buClr>
              <a:buFont typeface="Arial" panose="020B0604020202020204" pitchFamily="34" charset="0"/>
              <a:buChar char="•"/>
            </a:pPr>
            <a:r>
              <a:rPr lang="en-US" sz="2800" dirty="0">
                <a:latin typeface="+mn-lt"/>
              </a:rPr>
              <a:t>Complete API, SDK kit for application integration</a:t>
            </a:r>
          </a:p>
          <a:p>
            <a:pPr marL="293125" indent="-300572">
              <a:buClr>
                <a:schemeClr val="accent1"/>
              </a:buClr>
              <a:buFont typeface="Arial" panose="020B0604020202020204" pitchFamily="34" charset="0"/>
              <a:buChar char="•"/>
            </a:pPr>
            <a:r>
              <a:rPr lang="en-US" sz="2800" dirty="0">
                <a:solidFill>
                  <a:schemeClr val="tx1"/>
                </a:solidFill>
                <a:latin typeface="+mn-lt"/>
                <a:ea typeface="IBM Plex Sans" charset="0"/>
                <a:cs typeface="IBM Plex Sans" charset="0"/>
              </a:rPr>
              <a:t>ML capabilities for build, deploy, monitor AI models</a:t>
            </a:r>
          </a:p>
          <a:p>
            <a:endParaRPr lang="en-US" sz="2400" b="1" kern="0" dirty="0">
              <a:solidFill>
                <a:schemeClr val="tx2"/>
              </a:solidFill>
              <a:latin typeface="+mn-lt"/>
            </a:endParaRPr>
          </a:p>
          <a:p>
            <a:endParaRPr lang="en-US" sz="2800" b="1" kern="0" dirty="0">
              <a:solidFill>
                <a:srgbClr val="000000"/>
              </a:solidFill>
              <a:latin typeface="+mn-lt"/>
            </a:endParaRPr>
          </a:p>
          <a:p>
            <a:endParaRPr lang="en-US" kern="0" dirty="0">
              <a:solidFill>
                <a:srgbClr val="000000"/>
              </a:solidFill>
              <a:latin typeface="+mn-lt"/>
            </a:endParaRPr>
          </a:p>
          <a:p>
            <a:endParaRPr lang="en-US" kern="0" dirty="0">
              <a:latin typeface="+mn-lt"/>
            </a:endParaRPr>
          </a:p>
        </p:txBody>
      </p:sp>
      <p:sp>
        <p:nvSpPr>
          <p:cNvPr id="18" name="Text Placeholder 18">
            <a:extLst>
              <a:ext uri="{FF2B5EF4-FFF2-40B4-BE49-F238E27FC236}">
                <a16:creationId xmlns:a16="http://schemas.microsoft.com/office/drawing/2014/main" id="{58FD3FE1-ED56-CADF-DC81-8BFF5E9EADCC}"/>
              </a:ext>
            </a:extLst>
          </p:cNvPr>
          <p:cNvSpPr txBox="1">
            <a:spLocks/>
          </p:cNvSpPr>
          <p:nvPr/>
        </p:nvSpPr>
        <p:spPr>
          <a:xfrm>
            <a:off x="12583222" y="573988"/>
            <a:ext cx="5311966" cy="6114990"/>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4000" kern="0" dirty="0">
                <a:solidFill>
                  <a:srgbClr val="000000"/>
                </a:solidFill>
                <a:latin typeface="+mn-lt"/>
              </a:rPr>
              <a:t>Elevator Pitch</a:t>
            </a:r>
            <a:endParaRPr lang="en-US" sz="2600" kern="0" dirty="0">
              <a:solidFill>
                <a:schemeClr val="accent1"/>
              </a:solidFill>
              <a:latin typeface="+mn-lt"/>
            </a:endParaRPr>
          </a:p>
          <a:p>
            <a:endParaRPr lang="en-US" sz="2600" kern="0" dirty="0">
              <a:latin typeface="+mn-lt"/>
            </a:endParaRPr>
          </a:p>
        </p:txBody>
      </p:sp>
      <p:sp>
        <p:nvSpPr>
          <p:cNvPr id="30" name="Rectangle 29">
            <a:extLst>
              <a:ext uri="{FF2B5EF4-FFF2-40B4-BE49-F238E27FC236}">
                <a16:creationId xmlns:a16="http://schemas.microsoft.com/office/drawing/2014/main" id="{216EAE3E-1B21-3F42-D550-103A7C29E7DC}"/>
              </a:ext>
            </a:extLst>
          </p:cNvPr>
          <p:cNvSpPr/>
          <p:nvPr/>
        </p:nvSpPr>
        <p:spPr>
          <a:xfrm>
            <a:off x="12602728" y="1634281"/>
            <a:ext cx="5125540" cy="4832092"/>
          </a:xfrm>
          <a:prstGeom prst="rect">
            <a:avLst/>
          </a:prstGeom>
        </p:spPr>
        <p:txBody>
          <a:bodyPr wrap="square" lIns="91440" tIns="45720" rIns="91440" bIns="45720" anchor="t">
            <a:spAutoFit/>
          </a:bodyPr>
          <a:lstStyle/>
          <a:p>
            <a:r>
              <a:rPr lang="en-US" sz="2800" b="1" dirty="0"/>
              <a:t>Watson</a:t>
            </a:r>
            <a:r>
              <a:rPr lang="en-US" sz="2800" b="1" dirty="0">
                <a:solidFill>
                  <a:schemeClr val="accent1"/>
                </a:solidFill>
              </a:rPr>
              <a:t>x</a:t>
            </a:r>
            <a:r>
              <a:rPr lang="en-US" sz="2800" b="1" dirty="0"/>
              <a:t>.ai </a:t>
            </a:r>
            <a:r>
              <a:rPr lang="en-US" sz="2800" dirty="0">
                <a:effectLst/>
              </a:rPr>
              <a:t>is</a:t>
            </a:r>
            <a:r>
              <a:rPr lang="en-US" sz="2800" b="1" dirty="0">
                <a:solidFill>
                  <a:srgbClr val="ED3757"/>
                </a:solidFill>
                <a:effectLst/>
              </a:rPr>
              <a:t> </a:t>
            </a:r>
            <a:r>
              <a:rPr lang="en-US" sz="2800" dirty="0">
                <a:effectLst/>
              </a:rPr>
              <a:t>the next-generation enterprise studio for AI builders. It brings together traditional machine learning and new generative AI capabilities powered by foundation models into a powerful studio that enables you to build AI applications in a fraction of the time with a </a:t>
            </a:r>
            <a:r>
              <a:rPr lang="en-US" sz="2800"/>
              <a:t>fraction</a:t>
            </a:r>
            <a:r>
              <a:rPr lang="en-US" sz="2800" dirty="0">
                <a:effectLst/>
              </a:rPr>
              <a:t> of the data.</a:t>
            </a:r>
          </a:p>
        </p:txBody>
      </p:sp>
      <p:sp>
        <p:nvSpPr>
          <p:cNvPr id="35" name="TextBox 34">
            <a:extLst>
              <a:ext uri="{FF2B5EF4-FFF2-40B4-BE49-F238E27FC236}">
                <a16:creationId xmlns:a16="http://schemas.microsoft.com/office/drawing/2014/main" id="{79E7F93F-9D9C-20F5-176D-E8DE525F2291}"/>
              </a:ext>
            </a:extLst>
          </p:cNvPr>
          <p:cNvSpPr txBox="1"/>
          <p:nvPr/>
        </p:nvSpPr>
        <p:spPr>
          <a:xfrm>
            <a:off x="10287000" y="12834257"/>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36" name="TextBox 35">
            <a:extLst>
              <a:ext uri="{FF2B5EF4-FFF2-40B4-BE49-F238E27FC236}">
                <a16:creationId xmlns:a16="http://schemas.microsoft.com/office/drawing/2014/main" id="{C3F82426-72F6-D2F5-FEEB-B74748A74AD3}"/>
              </a:ext>
            </a:extLst>
          </p:cNvPr>
          <p:cNvSpPr txBox="1"/>
          <p:nvPr/>
        </p:nvSpPr>
        <p:spPr>
          <a:xfrm>
            <a:off x="22696714" y="4833257"/>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algn="l" defTabSz="2438400">
              <a:spcBef>
                <a:spcPts val="2900"/>
              </a:spcBef>
              <a:buSzPct val="100000"/>
            </a:pPr>
            <a:endParaRPr lang="en-US" kern="0" dirty="0">
              <a:solidFill>
                <a:srgbClr val="000000"/>
              </a:solidFill>
              <a:ea typeface="+mj-ea"/>
              <a:cs typeface="+mj-cs"/>
              <a:sym typeface="IBM Plex Sans Light"/>
            </a:endParaRPr>
          </a:p>
        </p:txBody>
      </p:sp>
      <p:sp>
        <p:nvSpPr>
          <p:cNvPr id="28" name="Text Placeholder 17">
            <a:extLst>
              <a:ext uri="{FF2B5EF4-FFF2-40B4-BE49-F238E27FC236}">
                <a16:creationId xmlns:a16="http://schemas.microsoft.com/office/drawing/2014/main" id="{C313B600-30E7-2E43-5FD8-747EDD4A7D1A}"/>
              </a:ext>
            </a:extLst>
          </p:cNvPr>
          <p:cNvSpPr txBox="1">
            <a:spLocks/>
          </p:cNvSpPr>
          <p:nvPr/>
        </p:nvSpPr>
        <p:spPr>
          <a:xfrm>
            <a:off x="6673578" y="7275631"/>
            <a:ext cx="5222987" cy="6048451"/>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4000" kern="0" dirty="0">
                <a:latin typeface="+mn-lt"/>
              </a:rPr>
              <a:t>Solution Value</a:t>
            </a:r>
            <a:endParaRPr lang="en-US" sz="1800" dirty="0">
              <a:latin typeface="+mn-lt"/>
            </a:endParaRPr>
          </a:p>
          <a:p>
            <a:pPr marL="342900" indent="-342900">
              <a:buFont typeface="Arial" panose="020B0604020202020204" pitchFamily="34" charset="0"/>
              <a:buChar char="•"/>
            </a:pPr>
            <a:r>
              <a:rPr lang="en-US" sz="2200" dirty="0">
                <a:latin typeface="+mn-lt"/>
                <a:ea typeface="+mn-lt"/>
                <a:cs typeface="+mn-lt"/>
              </a:rPr>
              <a:t>Brings together AI builders using open-source frameworks and tools with Auto AI/ML code-based and visual data science capabilities. </a:t>
            </a:r>
          </a:p>
          <a:p>
            <a:pPr marL="342900" indent="-342900">
              <a:buFont typeface="Arial" panose="020B0604020202020204" pitchFamily="34" charset="0"/>
              <a:buChar char="•"/>
            </a:pPr>
            <a:r>
              <a:rPr lang="en-US" sz="2200" dirty="0">
                <a:latin typeface="+mn-lt"/>
                <a:ea typeface="+mn-lt"/>
                <a:cs typeface="+mn-lt"/>
              </a:rPr>
              <a:t>Supports full AI model lifecycle with Auto AI/ML development, training, deployment, and orchestration. </a:t>
            </a:r>
          </a:p>
          <a:p>
            <a:pPr marL="342900" indent="-342900">
              <a:buFont typeface="Arial" panose="020B0604020202020204" pitchFamily="34" charset="0"/>
              <a:buChar char="•"/>
            </a:pPr>
            <a:r>
              <a:rPr lang="en-US" sz="2200" dirty="0">
                <a:latin typeface="+mn-lt"/>
                <a:ea typeface="+mn-lt"/>
                <a:cs typeface="+mn-lt"/>
              </a:rPr>
              <a:t>Leverages foundation models and generative AI capabilities with advance prompt-tuning, SDK and API libraries. </a:t>
            </a:r>
          </a:p>
          <a:p>
            <a:pPr marL="342900" indent="-342900">
              <a:buFont typeface="Arial" panose="020B0604020202020204" pitchFamily="34" charset="0"/>
              <a:buChar char="•"/>
            </a:pPr>
            <a:r>
              <a:rPr lang="en-US" sz="2200" dirty="0">
                <a:latin typeface="+mn-lt"/>
                <a:ea typeface="+mn-lt"/>
                <a:cs typeface="+mn-lt"/>
              </a:rPr>
              <a:t>All tools and runtimes in one place to train, validate, tune and deploy AI models.</a:t>
            </a:r>
          </a:p>
          <a:p>
            <a:pPr marL="0" lvl="1" indent="0">
              <a:spcBef>
                <a:spcPts val="400"/>
              </a:spcBef>
              <a:buClr>
                <a:schemeClr val="accent1"/>
              </a:buClr>
              <a:buSzPct val="120000"/>
              <a:buNone/>
              <a:defRPr/>
            </a:pPr>
            <a:endParaRPr kumimoji="0" lang="en-US" sz="2400" i="0" u="none" strike="noStrike" kern="1200" cap="none" spc="0" normalizeH="0" baseline="0" noProof="0" dirty="0">
              <a:ln>
                <a:noFill/>
              </a:ln>
              <a:effectLst/>
              <a:uLnTx/>
              <a:uFillTx/>
              <a:latin typeface="IBM Plex Sans" panose="020B0503050203000203" pitchFamily="34" charset="0"/>
            </a:endParaRPr>
          </a:p>
          <a:p>
            <a:pPr lvl="1">
              <a:spcBef>
                <a:spcPts val="400"/>
              </a:spcBef>
              <a:buClr>
                <a:schemeClr val="accent1"/>
              </a:buClr>
              <a:buSzPct val="120000"/>
              <a:buFont typeface="Arial" panose="020B0604020202020204" pitchFamily="34" charset="0"/>
              <a:buChar char="•"/>
              <a:defRPr/>
            </a:pPr>
            <a:endParaRPr lang="en-US" sz="2400" dirty="0">
              <a:solidFill>
                <a:schemeClr val="tx1"/>
              </a:solidFill>
              <a:latin typeface="IBM Plex Sans Light" panose="020B0403050203000203" pitchFamily="34" charset="0"/>
              <a:ea typeface="IBM Plex Sans" charset="0"/>
              <a:cs typeface="IBM Plex Sans" charset="0"/>
            </a:endParaRPr>
          </a:p>
          <a:p>
            <a:pPr marL="514350" lvl="1" indent="-514350">
              <a:spcBef>
                <a:spcPts val="400"/>
              </a:spcBef>
              <a:buClr>
                <a:schemeClr val="accent1"/>
              </a:buClr>
              <a:buSzPct val="120000"/>
              <a:buFont typeface="+mj-lt"/>
              <a:buAutoNum type="arabicPeriod"/>
              <a:defRPr/>
            </a:pPr>
            <a:endParaRPr lang="en-US" sz="2400" dirty="0">
              <a:latin typeface="+mn-lt"/>
            </a:endParaRPr>
          </a:p>
        </p:txBody>
      </p:sp>
      <p:sp>
        <p:nvSpPr>
          <p:cNvPr id="2" name="Footer Placeholder 11">
            <a:extLst>
              <a:ext uri="{FF2B5EF4-FFF2-40B4-BE49-F238E27FC236}">
                <a16:creationId xmlns:a16="http://schemas.microsoft.com/office/drawing/2014/main" id="{0473F869-B657-3E63-C164-165207B5A241}"/>
              </a:ext>
            </a:extLst>
          </p:cNvPr>
          <p:cNvSpPr txBox="1">
            <a:spLocks/>
          </p:cNvSpPr>
          <p:nvPr/>
        </p:nvSpPr>
        <p:spPr>
          <a:xfrm>
            <a:off x="487744" y="13493751"/>
            <a:ext cx="5486313" cy="222249"/>
          </a:xfrm>
          <a:prstGeom prst="rect">
            <a:avLst/>
          </a:prstGeom>
        </p:spPr>
        <p:txBody>
          <a:bodyPr vert="horz" lIns="0" tIns="0" rIns="0" bIns="0" rtlCol="0" anchor="ctr"/>
          <a:lstStyle>
            <a:defPPr>
              <a:defRPr lang="en-US"/>
            </a:defPPr>
            <a:lvl1pPr marL="0" marR="0" indent="0" algn="l" defTabSz="913729" rtl="0" eaLnBrk="1" fontAlgn="auto" latinLnBrk="0" hangingPunct="1">
              <a:lnSpc>
                <a:spcPct val="100000"/>
              </a:lnSpc>
              <a:spcBef>
                <a:spcPts val="0"/>
              </a:spcBef>
              <a:spcAft>
                <a:spcPts val="0"/>
              </a:spcAft>
              <a:buClrTx/>
              <a:buSzTx/>
              <a:buFontTx/>
              <a:buNone/>
              <a:tabLst/>
              <a:defRPr sz="799"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29" rtl="0" eaLnBrk="1" fontAlgn="auto" latinLnBrk="0" hangingPunct="1">
              <a:lnSpc>
                <a:spcPct val="100000"/>
              </a:lnSpc>
              <a:spcBef>
                <a:spcPts val="0"/>
              </a:spcBef>
              <a:spcAft>
                <a:spcPts val="0"/>
              </a:spcAft>
              <a:buClrTx/>
              <a:buSzTx/>
              <a:buFontTx/>
              <a:buNone/>
              <a:tabLst/>
              <a:defRPr/>
            </a:pPr>
            <a:r>
              <a:rPr kumimoji="0" lang="en-US" sz="799" b="0" i="0" u="none" strike="noStrike" kern="1200" cap="none" spc="0" normalizeH="0" baseline="0" noProof="0" dirty="0">
                <a:ln>
                  <a:noFill/>
                </a:ln>
                <a:solidFill>
                  <a:srgbClr val="000000"/>
                </a:solidFill>
                <a:effectLst/>
                <a:uLnTx/>
                <a:uFillTx/>
                <a:latin typeface="IBM Plex Sans Light"/>
                <a:ea typeface="+mn-ea"/>
                <a:cs typeface="+mn-cs"/>
              </a:rPr>
              <a:t>IBM Data and AI / © 2023 IBM Corporation</a:t>
            </a:r>
          </a:p>
        </p:txBody>
      </p:sp>
      <p:sp>
        <p:nvSpPr>
          <p:cNvPr id="4" name="Text Placeholder 15">
            <a:extLst>
              <a:ext uri="{FF2B5EF4-FFF2-40B4-BE49-F238E27FC236}">
                <a16:creationId xmlns:a16="http://schemas.microsoft.com/office/drawing/2014/main" id="{F63C9AA6-1500-640B-8BC7-164582EF11B3}"/>
              </a:ext>
            </a:extLst>
          </p:cNvPr>
          <p:cNvSpPr txBox="1">
            <a:spLocks/>
          </p:cNvSpPr>
          <p:nvPr/>
        </p:nvSpPr>
        <p:spPr>
          <a:xfrm>
            <a:off x="18662224" y="573988"/>
            <a:ext cx="5203689" cy="5905458"/>
          </a:xfrm>
          <a:prstGeom prst="rect">
            <a:avLst/>
          </a:prstGeom>
        </p:spPr>
        <p:txBody>
          <a:bodyPr lIns="91440" tIns="45720" rIns="91440" bIns="45720" anchor="t"/>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4000" kern="0" dirty="0">
                <a:solidFill>
                  <a:srgbClr val="000000"/>
                </a:solidFill>
                <a:latin typeface="+mn-lt"/>
              </a:rPr>
              <a:t>Why IBM</a:t>
            </a:r>
            <a:endParaRPr lang="en-US" sz="2400" kern="0" dirty="0">
              <a:solidFill>
                <a:srgbClr val="000000"/>
              </a:solidFill>
              <a:latin typeface="+mn-lt"/>
            </a:endParaRPr>
          </a:p>
          <a:p>
            <a:pPr marL="285750" indent="-285750">
              <a:lnSpc>
                <a:spcPct val="90000"/>
              </a:lnSpc>
              <a:spcBef>
                <a:spcPts val="1000"/>
              </a:spcBef>
              <a:buClr>
                <a:schemeClr val="accent1"/>
              </a:buClr>
              <a:buFont typeface="Arial"/>
              <a:buChar char="•"/>
            </a:pPr>
            <a:r>
              <a:rPr lang="en-US" sz="2400" dirty="0">
                <a:solidFill>
                  <a:srgbClr val="1D1C1D"/>
                </a:solidFill>
                <a:latin typeface="+mn-lt"/>
              </a:rPr>
              <a:t>IBM’s </a:t>
            </a:r>
            <a:r>
              <a:rPr lang="en-US" sz="2400" b="0" i="0" dirty="0">
                <a:solidFill>
                  <a:srgbClr val="1D1C1D"/>
                </a:solidFill>
                <a:effectLst/>
                <a:latin typeface="+mn-lt"/>
              </a:rPr>
              <a:t>trusted approach to AI and MLOps, operationalize and scale AI with confidence.</a:t>
            </a:r>
          </a:p>
          <a:p>
            <a:pPr marL="285750" indent="-285750">
              <a:lnSpc>
                <a:spcPct val="90000"/>
              </a:lnSpc>
              <a:spcBef>
                <a:spcPts val="1000"/>
              </a:spcBef>
              <a:buClr>
                <a:schemeClr val="accent1"/>
              </a:buClr>
              <a:buFont typeface="Arial"/>
              <a:buChar char="•"/>
            </a:pPr>
            <a:r>
              <a:rPr lang="en-US" sz="2400" b="0" i="0" dirty="0">
                <a:solidFill>
                  <a:srgbClr val="1D1C1D"/>
                </a:solidFill>
                <a:effectLst/>
                <a:latin typeface="+mn-lt"/>
              </a:rPr>
              <a:t>IBM’s world-class AI governance and data solutions gives clients assurance that their data and models are private, secure and governed.</a:t>
            </a:r>
          </a:p>
          <a:p>
            <a:pPr marL="285750" indent="-285750">
              <a:lnSpc>
                <a:spcPct val="90000"/>
              </a:lnSpc>
              <a:spcBef>
                <a:spcPts val="1000"/>
              </a:spcBef>
              <a:buClr>
                <a:schemeClr val="accent1"/>
              </a:buClr>
              <a:buFont typeface="Arial"/>
              <a:buChar char="•"/>
            </a:pPr>
            <a:r>
              <a:rPr lang="en-US" sz="2400" b="0" i="0" dirty="0">
                <a:solidFill>
                  <a:srgbClr val="1D1C1D"/>
                </a:solidFill>
                <a:effectLst/>
                <a:latin typeface="+mn-lt"/>
              </a:rPr>
              <a:t>IBM’s foundation models </a:t>
            </a:r>
            <a:r>
              <a:rPr lang="en-US" sz="2400">
                <a:solidFill>
                  <a:srgbClr val="1D1C1D"/>
                </a:solidFill>
                <a:latin typeface="+mn-lt"/>
              </a:rPr>
              <a:t>are pre-</a:t>
            </a:r>
            <a:r>
              <a:rPr lang="en-US" sz="2400" dirty="0">
                <a:solidFill>
                  <a:srgbClr val="1D1C1D"/>
                </a:solidFill>
                <a:latin typeface="+mn-lt"/>
              </a:rPr>
              <a:t>trained</a:t>
            </a:r>
            <a:r>
              <a:rPr lang="en-US" sz="2400" b="0" i="0" dirty="0">
                <a:solidFill>
                  <a:srgbClr val="1D1C1D"/>
                </a:solidFill>
                <a:effectLst/>
                <a:latin typeface="+mn-lt"/>
              </a:rPr>
              <a:t> on</a:t>
            </a:r>
            <a:r>
              <a:rPr lang="en-US" sz="2400" dirty="0">
                <a:solidFill>
                  <a:srgbClr val="1D1C1D"/>
                </a:solidFill>
                <a:latin typeface="+mn-lt"/>
              </a:rPr>
              <a:t> </a:t>
            </a:r>
            <a:r>
              <a:rPr lang="en-US" sz="2400" b="0" i="0" dirty="0">
                <a:solidFill>
                  <a:srgbClr val="1D1C1D"/>
                </a:solidFill>
                <a:effectLst/>
                <a:latin typeface="+mn-lt"/>
              </a:rPr>
              <a:t>curated</a:t>
            </a:r>
            <a:r>
              <a:rPr lang="en-US" sz="2400">
                <a:solidFill>
                  <a:srgbClr val="1D1C1D"/>
                </a:solidFill>
                <a:latin typeface="+mn-lt"/>
              </a:rPr>
              <a:t> </a:t>
            </a:r>
            <a:r>
              <a:rPr lang="en-US" sz="2400" b="0" i="0" dirty="0">
                <a:solidFill>
                  <a:srgbClr val="1D1C1D"/>
                </a:solidFill>
                <a:effectLst/>
                <a:latin typeface="+mn-lt"/>
              </a:rPr>
              <a:t>data that has undergone legal and safety reviews. Leverage open-source models from Hugging Face.</a:t>
            </a:r>
            <a:r>
              <a:rPr lang="en-US" sz="2400" dirty="0">
                <a:solidFill>
                  <a:srgbClr val="1D1C1D"/>
                </a:solidFill>
                <a:latin typeface="+mn-lt"/>
              </a:rPr>
              <a:t> </a:t>
            </a:r>
            <a:endParaRPr lang="en-US" sz="2400" dirty="0">
              <a:solidFill>
                <a:srgbClr val="000000"/>
              </a:solidFill>
              <a:latin typeface="+mn-lt"/>
            </a:endParaRPr>
          </a:p>
          <a:p>
            <a:endParaRPr lang="en-US" sz="2400" dirty="0">
              <a:solidFill>
                <a:schemeClr val="tx1"/>
              </a:solidFill>
              <a:latin typeface="IBM Plex Sans Light" panose="020B0403050203000203" pitchFamily="34" charset="0"/>
            </a:endParaRPr>
          </a:p>
          <a:p>
            <a:endParaRPr lang="en-US" sz="2400" kern="0" dirty="0">
              <a:solidFill>
                <a:srgbClr val="000000"/>
              </a:solidFill>
              <a:latin typeface="+mn-lt"/>
            </a:endParaRPr>
          </a:p>
        </p:txBody>
      </p:sp>
      <p:sp>
        <p:nvSpPr>
          <p:cNvPr id="27" name="Text Placeholder 14">
            <a:extLst>
              <a:ext uri="{FF2B5EF4-FFF2-40B4-BE49-F238E27FC236}">
                <a16:creationId xmlns:a16="http://schemas.microsoft.com/office/drawing/2014/main" id="{B364D59B-5646-D62F-5775-A0F3A65ED08F}"/>
              </a:ext>
            </a:extLst>
          </p:cNvPr>
          <p:cNvSpPr txBox="1">
            <a:spLocks/>
          </p:cNvSpPr>
          <p:nvPr/>
        </p:nvSpPr>
        <p:spPr>
          <a:xfrm>
            <a:off x="492964" y="7279600"/>
            <a:ext cx="5214288" cy="5382413"/>
          </a:xfrm>
          <a:prstGeom prst="rect">
            <a:avLst/>
          </a:prstGeom>
        </p:spPr>
        <p:txBody>
          <a:bodyPr lIns="91440" tIns="45720" rIns="91440" bIns="45720" anchor="t"/>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4000" kern="0" dirty="0">
                <a:latin typeface="+mn-lt"/>
              </a:rPr>
              <a:t>Target Customer</a:t>
            </a:r>
          </a:p>
          <a:p>
            <a:pPr>
              <a:buClr>
                <a:schemeClr val="accent1"/>
              </a:buClr>
            </a:pPr>
            <a:r>
              <a:rPr lang="en-US" sz="2800" dirty="0"/>
              <a:t>Stakeholders:</a:t>
            </a:r>
            <a:endParaRPr lang="en-US" sz="2800" dirty="0">
              <a:solidFill>
                <a:schemeClr val="tx1"/>
              </a:solidFill>
              <a:latin typeface="+mn-lt"/>
            </a:endParaRPr>
          </a:p>
          <a:p>
            <a:pPr marL="622309" lvl="1" indent="-300572">
              <a:buClr>
                <a:schemeClr val="accent1"/>
              </a:buClr>
              <a:buFont typeface="Arial" panose="020B0604020202020204" pitchFamily="34" charset="0"/>
              <a:buChar char="•"/>
            </a:pPr>
            <a:r>
              <a:rPr lang="en-US" sz="2800" dirty="0">
                <a:solidFill>
                  <a:schemeClr val="tx1"/>
                </a:solidFill>
                <a:latin typeface="+mn-lt"/>
              </a:rPr>
              <a:t>Chief Data and Analytics officers</a:t>
            </a:r>
          </a:p>
          <a:p>
            <a:pPr>
              <a:buClr>
                <a:schemeClr val="accent1"/>
              </a:buClr>
            </a:pPr>
            <a:r>
              <a:rPr lang="en-US" sz="2800" dirty="0">
                <a:latin typeface="+mn-lt"/>
              </a:rPr>
              <a:t>User personas: </a:t>
            </a:r>
            <a:endParaRPr lang="en-US" sz="2800" dirty="0">
              <a:solidFill>
                <a:schemeClr val="tx1"/>
              </a:solidFill>
              <a:latin typeface="+mn-lt"/>
            </a:endParaRPr>
          </a:p>
          <a:p>
            <a:pPr marL="622309" lvl="1" indent="-300572">
              <a:buClr>
                <a:schemeClr val="accent1"/>
              </a:buClr>
              <a:buFont typeface="Arial" panose="020B0604020202020204" pitchFamily="34" charset="0"/>
              <a:buChar char="•"/>
            </a:pPr>
            <a:r>
              <a:rPr lang="en-US" sz="2800" dirty="0">
                <a:latin typeface="+mn-lt"/>
              </a:rPr>
              <a:t>Data scientists </a:t>
            </a:r>
          </a:p>
          <a:p>
            <a:pPr marL="622309" lvl="1" indent="-300572">
              <a:buClr>
                <a:schemeClr val="accent1"/>
              </a:buClr>
              <a:buFont typeface="Arial" panose="020B0604020202020204" pitchFamily="34" charset="0"/>
              <a:buChar char="•"/>
            </a:pPr>
            <a:r>
              <a:rPr lang="en-US" sz="2800" dirty="0">
                <a:latin typeface="+mn-lt"/>
              </a:rPr>
              <a:t>Application developers  </a:t>
            </a:r>
          </a:p>
          <a:p>
            <a:pPr marL="622309" lvl="1" indent="-300572">
              <a:buClr>
                <a:schemeClr val="accent1"/>
              </a:buClr>
              <a:buFont typeface="Arial" panose="020B0604020202020204" pitchFamily="34" charset="0"/>
              <a:buChar char="•"/>
            </a:pPr>
            <a:r>
              <a:rPr lang="en-US" sz="2800" dirty="0">
                <a:latin typeface="+mn-lt"/>
              </a:rPr>
              <a:t>AI/ML engineers</a:t>
            </a:r>
          </a:p>
          <a:p>
            <a:pPr marL="622309" lvl="1" indent="-300572">
              <a:buClr>
                <a:schemeClr val="accent1"/>
              </a:buClr>
              <a:buFont typeface="Arial" panose="020B0604020202020204" pitchFamily="34" charset="0"/>
              <a:buChar char="•"/>
            </a:pPr>
            <a:r>
              <a:rPr lang="en-US" sz="2800" dirty="0">
                <a:solidFill>
                  <a:schemeClr val="tx1"/>
                </a:solidFill>
                <a:latin typeface="+mn-lt"/>
              </a:rPr>
              <a:t>AI builders </a:t>
            </a:r>
          </a:p>
          <a:p>
            <a:pPr marL="622309" lvl="1" indent="-300572">
              <a:buClr>
                <a:schemeClr val="accent1"/>
              </a:buClr>
              <a:buFont typeface="Arial" panose="020B0604020202020204" pitchFamily="34" charset="0"/>
              <a:buChar char="•"/>
            </a:pPr>
            <a:r>
              <a:rPr lang="en-US" sz="2800" dirty="0">
                <a:latin typeface="+mn-lt"/>
              </a:rPr>
              <a:t>Business Unit “AI savvy” SMEs and analysts</a:t>
            </a:r>
          </a:p>
          <a:p>
            <a:pPr>
              <a:buClr>
                <a:schemeClr val="accent1"/>
              </a:buClr>
            </a:pPr>
            <a:endParaRPr lang="en-US" sz="2800" dirty="0">
              <a:solidFill>
                <a:schemeClr val="tx1"/>
              </a:solidFill>
              <a:latin typeface="+mn-lt"/>
            </a:endParaRPr>
          </a:p>
        </p:txBody>
      </p:sp>
      <p:pic>
        <p:nvPicPr>
          <p:cNvPr id="10" name="Graphic 9">
            <a:extLst>
              <a:ext uri="{FF2B5EF4-FFF2-40B4-BE49-F238E27FC236}">
                <a16:creationId xmlns:a16="http://schemas.microsoft.com/office/drawing/2014/main" id="{3C094285-19A6-9B47-B9B3-FF5EF7A7AFB8}"/>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211470" y="3677319"/>
            <a:ext cx="690931" cy="626639"/>
          </a:xfrm>
          <a:prstGeom prst="rect">
            <a:avLst/>
          </a:prstGeom>
        </p:spPr>
      </p:pic>
      <p:pic>
        <p:nvPicPr>
          <p:cNvPr id="11" name="Graphic 10">
            <a:extLst>
              <a:ext uri="{FF2B5EF4-FFF2-40B4-BE49-F238E27FC236}">
                <a16:creationId xmlns:a16="http://schemas.microsoft.com/office/drawing/2014/main" id="{6D3BA9E4-D842-A61D-393F-808288695DE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00117" y="4468176"/>
            <a:ext cx="913636" cy="913636"/>
          </a:xfrm>
          <a:prstGeom prst="rect">
            <a:avLst/>
          </a:prstGeom>
        </p:spPr>
      </p:pic>
      <p:pic>
        <p:nvPicPr>
          <p:cNvPr id="13" name="Graphic 12">
            <a:extLst>
              <a:ext uri="{FF2B5EF4-FFF2-40B4-BE49-F238E27FC236}">
                <a16:creationId xmlns:a16="http://schemas.microsoft.com/office/drawing/2014/main" id="{5BC97E16-B014-D01D-EC71-664B0D607ADB}"/>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1165214" y="5562047"/>
            <a:ext cx="783442" cy="783442"/>
          </a:xfrm>
          <a:prstGeom prst="rect">
            <a:avLst/>
          </a:prstGeom>
        </p:spPr>
      </p:pic>
      <p:sp>
        <p:nvSpPr>
          <p:cNvPr id="19" name="Text Placeholder 13">
            <a:extLst>
              <a:ext uri="{FF2B5EF4-FFF2-40B4-BE49-F238E27FC236}">
                <a16:creationId xmlns:a16="http://schemas.microsoft.com/office/drawing/2014/main" id="{98CB841B-9E33-080E-3B51-12AFC73F672D}"/>
              </a:ext>
            </a:extLst>
          </p:cNvPr>
          <p:cNvSpPr txBox="1">
            <a:spLocks/>
          </p:cNvSpPr>
          <p:nvPr/>
        </p:nvSpPr>
        <p:spPr>
          <a:xfrm>
            <a:off x="1144874" y="3069893"/>
            <a:ext cx="10569068" cy="4029473"/>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defTabSz="914377">
              <a:defRPr/>
            </a:pPr>
            <a:r>
              <a:rPr lang="en-US" sz="2400" kern="0" dirty="0">
                <a:latin typeface="+mn-lt"/>
              </a:rPr>
              <a:t>Train, validate, tune and deploy AI models</a:t>
            </a:r>
          </a:p>
          <a:p>
            <a:pPr defTabSz="914377">
              <a:defRPr/>
            </a:pPr>
            <a:endParaRPr lang="en-US" sz="2400" kern="0" dirty="0">
              <a:latin typeface="+mn-lt"/>
            </a:endParaRPr>
          </a:p>
          <a:p>
            <a:pPr lvl="1" defTabSz="914377">
              <a:defRPr/>
            </a:pPr>
            <a:r>
              <a:rPr lang="en-US" sz="2400" dirty="0"/>
              <a:t>B</a:t>
            </a:r>
            <a:r>
              <a:rPr lang="en-US" sz="2400" i="0" u="none" strike="noStrike" dirty="0">
                <a:effectLst/>
              </a:rPr>
              <a:t>uild AI applications in a fraction of the time with a fraction of the data.</a:t>
            </a:r>
            <a:endParaRPr lang="en-US" sz="2400" dirty="0"/>
          </a:p>
          <a:p>
            <a:pPr defTabSz="914377">
              <a:defRPr/>
            </a:pPr>
            <a:endParaRPr lang="en-US" sz="2400" kern="0" dirty="0">
              <a:latin typeface="+mn-lt"/>
            </a:endParaRPr>
          </a:p>
          <a:p>
            <a:pPr lvl="1" defTabSz="914377">
              <a:defRPr/>
            </a:pPr>
            <a:r>
              <a:rPr lang="en-US" sz="2400" dirty="0"/>
              <a:t>G</a:t>
            </a:r>
            <a:r>
              <a:rPr lang="en-US" sz="2400" i="0" u="none" dirty="0">
                <a:effectLst/>
              </a:rPr>
              <a:t>uide</a:t>
            </a:r>
            <a:r>
              <a:rPr lang="en-US" sz="2400" i="0" u="none" strike="noStrike" dirty="0">
                <a:effectLst/>
              </a:rPr>
              <a:t> models to meet your needs, with easy-to-use tools for building and refining performant prompts to achieve the desired result.</a:t>
            </a:r>
          </a:p>
          <a:p>
            <a:pPr defTabSz="914377">
              <a:defRPr/>
            </a:pPr>
            <a:endParaRPr lang="en-US" sz="2400" kern="0" dirty="0">
              <a:latin typeface="+mn-lt"/>
            </a:endParaRPr>
          </a:p>
          <a:p>
            <a:pPr lvl="1" defTabSz="914377">
              <a:defRPr/>
            </a:pPr>
            <a:r>
              <a:rPr lang="en-US" sz="2400" dirty="0">
                <a:effectLst/>
                <a:ea typeface="Calibri" panose="020F0502020204030204" pitchFamily="34" charset="0"/>
                <a:cs typeface="Times New Roman" panose="02020603050405020304" pitchFamily="18" charset="0"/>
              </a:rPr>
              <a:t>Tune models with your enterprise data; your data remains private and secure.</a:t>
            </a:r>
            <a:endParaRPr lang="en-US" sz="2400" kern="0" dirty="0"/>
          </a:p>
          <a:p>
            <a:pPr defTabSz="914377">
              <a:defRPr/>
            </a:pPr>
            <a:endParaRPr lang="en-US" sz="2400" kern="0" dirty="0">
              <a:latin typeface="+mj-lt"/>
            </a:endParaRPr>
          </a:p>
        </p:txBody>
      </p:sp>
      <p:sp>
        <p:nvSpPr>
          <p:cNvPr id="20" name="Text Placeholder 13">
            <a:extLst>
              <a:ext uri="{FF2B5EF4-FFF2-40B4-BE49-F238E27FC236}">
                <a16:creationId xmlns:a16="http://schemas.microsoft.com/office/drawing/2014/main" id="{6417D8C5-EB63-F10E-102B-E3BD4A0AB525}"/>
              </a:ext>
            </a:extLst>
          </p:cNvPr>
          <p:cNvSpPr txBox="1">
            <a:spLocks/>
          </p:cNvSpPr>
          <p:nvPr/>
        </p:nvSpPr>
        <p:spPr>
          <a:xfrm>
            <a:off x="18554738" y="7138636"/>
            <a:ext cx="5832437" cy="8924017"/>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defTabSz="914377">
              <a:defRPr/>
            </a:pPr>
            <a:r>
              <a:rPr lang="en-US" sz="4000" kern="0" dirty="0">
                <a:latin typeface="+mj-lt"/>
              </a:rPr>
              <a:t>Co-Create IBM Investment</a:t>
            </a:r>
          </a:p>
          <a:p>
            <a:pPr defTabSz="914377">
              <a:defRPr/>
            </a:pPr>
            <a:endParaRPr lang="en-US" sz="2400" kern="0" dirty="0">
              <a:latin typeface="+mn-lt"/>
            </a:endParaRPr>
          </a:p>
          <a:p>
            <a:pPr defTabSz="914377">
              <a:defRPr/>
            </a:pPr>
            <a:r>
              <a:rPr lang="en-US" sz="2400" kern="0" dirty="0">
                <a:latin typeface="+mn-lt"/>
              </a:rPr>
              <a:t>Free Generative AI Studio technology preview on IBM Research Cluster (available now)</a:t>
            </a:r>
          </a:p>
          <a:p>
            <a:pPr>
              <a:lnSpc>
                <a:spcPct val="100000"/>
              </a:lnSpc>
              <a:spcBef>
                <a:spcPts val="450"/>
              </a:spcBef>
            </a:pPr>
            <a:r>
              <a:rPr lang="en-US" sz="2400" kern="0" dirty="0">
                <a:latin typeface="+mn-lt"/>
              </a:rPr>
              <a:t>Free Client Engineering Engagement</a:t>
            </a:r>
          </a:p>
          <a:p>
            <a:pPr marL="342900" indent="-342900">
              <a:lnSpc>
                <a:spcPct val="100000"/>
              </a:lnSpc>
              <a:spcBef>
                <a:spcPts val="450"/>
              </a:spcBef>
              <a:buClr>
                <a:schemeClr val="accent1"/>
              </a:buClr>
              <a:buFont typeface="Arial" panose="020B0604020202020204" pitchFamily="34" charset="0"/>
              <a:buChar char="•"/>
            </a:pPr>
            <a:r>
              <a:rPr lang="en-US" sz="2000" kern="0" dirty="0">
                <a:latin typeface="+mn-lt"/>
              </a:rPr>
              <a:t>Education Sessions (Foundational Models 101)</a:t>
            </a:r>
          </a:p>
          <a:p>
            <a:pPr marL="342900" indent="-342900">
              <a:lnSpc>
                <a:spcPct val="100000"/>
              </a:lnSpc>
              <a:spcBef>
                <a:spcPts val="450"/>
              </a:spcBef>
              <a:buClr>
                <a:schemeClr val="accent1"/>
              </a:buClr>
              <a:buFont typeface="Arial" panose="020B0604020202020204" pitchFamily="34" charset="0"/>
              <a:buChar char="•"/>
            </a:pPr>
            <a:r>
              <a:rPr lang="en-US" sz="2000" kern="0" dirty="0">
                <a:latin typeface="+mn-lt"/>
              </a:rPr>
              <a:t>Map Business Value (use case ideation workshop)</a:t>
            </a:r>
          </a:p>
          <a:p>
            <a:pPr marL="342900" indent="-342900">
              <a:lnSpc>
                <a:spcPct val="100000"/>
              </a:lnSpc>
              <a:spcBef>
                <a:spcPts val="450"/>
              </a:spcBef>
              <a:buClr>
                <a:schemeClr val="accent1"/>
              </a:buClr>
              <a:buFont typeface="Arial" panose="020B0604020202020204" pitchFamily="34" charset="0"/>
              <a:buChar char="•"/>
            </a:pPr>
            <a:r>
              <a:rPr lang="en-US" sz="2000" kern="0" dirty="0">
                <a:latin typeface="+mn-lt"/>
              </a:rPr>
              <a:t>Hands on Co-Create (2-3 weeks)</a:t>
            </a:r>
          </a:p>
          <a:p>
            <a:pPr marL="342900" indent="-342900">
              <a:lnSpc>
                <a:spcPct val="100000"/>
              </a:lnSpc>
              <a:spcBef>
                <a:spcPts val="450"/>
              </a:spcBef>
              <a:buClr>
                <a:schemeClr val="accent1"/>
              </a:buClr>
              <a:buFont typeface="Arial" panose="020B0604020202020204" pitchFamily="34" charset="0"/>
              <a:buChar char="•"/>
            </a:pPr>
            <a:r>
              <a:rPr lang="en-US" sz="2000" kern="0" dirty="0">
                <a:latin typeface="+mn-lt"/>
              </a:rPr>
              <a:t>Build a business use case with client</a:t>
            </a:r>
          </a:p>
          <a:p>
            <a:pPr marL="342900" indent="-342900">
              <a:lnSpc>
                <a:spcPct val="100000"/>
              </a:lnSpc>
              <a:spcBef>
                <a:spcPts val="450"/>
              </a:spcBef>
              <a:buClr>
                <a:schemeClr val="accent1"/>
              </a:buClr>
              <a:buFont typeface="Arial" panose="020B0604020202020204" pitchFamily="34" charset="0"/>
              <a:buChar char="•"/>
            </a:pPr>
            <a:r>
              <a:rPr lang="en-US" sz="2000" kern="0" dirty="0">
                <a:latin typeface="+mn-lt"/>
              </a:rPr>
              <a:t>Use APIs to integrate into a client test application</a:t>
            </a:r>
          </a:p>
          <a:p>
            <a:pPr marL="342900" indent="-342900" defTabSz="914377">
              <a:buFont typeface="Arial" panose="020B0604020202020204" pitchFamily="34" charset="0"/>
              <a:buChar char="•"/>
              <a:defRPr/>
            </a:pPr>
            <a:endParaRPr lang="en-US" sz="2000" kern="0" dirty="0">
              <a:solidFill>
                <a:schemeClr val="accent6"/>
              </a:solidFill>
              <a:latin typeface="+mn-lt"/>
            </a:endParaRPr>
          </a:p>
          <a:p>
            <a:pPr defTabSz="914377">
              <a:defRPr/>
            </a:pPr>
            <a:endParaRPr lang="en-US" sz="2000" kern="0" dirty="0">
              <a:solidFill>
                <a:schemeClr val="accent6"/>
              </a:solidFill>
              <a:latin typeface="+mn-lt"/>
            </a:endParaRPr>
          </a:p>
          <a:p>
            <a:pPr defTabSz="914377">
              <a:defRPr/>
            </a:pPr>
            <a:endParaRPr lang="en-US" sz="1800" dirty="0">
              <a:solidFill>
                <a:schemeClr val="accent6"/>
              </a:solidFill>
              <a:latin typeface="+mn-lt"/>
            </a:endParaRPr>
          </a:p>
        </p:txBody>
      </p:sp>
      <p:sp>
        <p:nvSpPr>
          <p:cNvPr id="14" name="TextBox 13">
            <a:extLst>
              <a:ext uri="{FF2B5EF4-FFF2-40B4-BE49-F238E27FC236}">
                <a16:creationId xmlns:a16="http://schemas.microsoft.com/office/drawing/2014/main" id="{E17F471A-BB48-8151-2992-B0F171B20B7F}"/>
              </a:ext>
            </a:extLst>
          </p:cNvPr>
          <p:cNvSpPr txBox="1"/>
          <p:nvPr/>
        </p:nvSpPr>
        <p:spPr>
          <a:xfrm>
            <a:off x="-1676400" y="3911600"/>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Tree>
    <p:extLst>
      <p:ext uri="{BB962C8B-B14F-4D97-AF65-F5344CB8AC3E}">
        <p14:creationId xmlns:p14="http://schemas.microsoft.com/office/powerpoint/2010/main" val="2343414943"/>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97F58CB-D18B-1433-2D70-7F22BD86D44E}"/>
              </a:ext>
            </a:extLst>
          </p:cNvPr>
          <p:cNvSpPr/>
          <p:nvPr/>
        </p:nvSpPr>
        <p:spPr bwMode="auto">
          <a:xfrm>
            <a:off x="0" y="30738"/>
            <a:ext cx="12193588" cy="6893152"/>
          </a:xfrm>
          <a:prstGeom prst="rect">
            <a:avLst/>
          </a:prstGeom>
          <a:solidFill>
            <a:schemeClr val="accent1">
              <a:lumMod val="20000"/>
              <a:lumOff val="80000"/>
              <a:alpha val="8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9" name="Title 11">
            <a:extLst>
              <a:ext uri="{FF2B5EF4-FFF2-40B4-BE49-F238E27FC236}">
                <a16:creationId xmlns:a16="http://schemas.microsoft.com/office/drawing/2014/main" id="{C28FA85F-834D-6F96-3719-1C5B9CF91E49}"/>
              </a:ext>
            </a:extLst>
          </p:cNvPr>
          <p:cNvSpPr>
            <a:spLocks noGrp="1"/>
          </p:cNvSpPr>
          <p:nvPr>
            <p:ph type="title"/>
          </p:nvPr>
        </p:nvSpPr>
        <p:spPr>
          <a:xfrm>
            <a:off x="391449" y="314378"/>
            <a:ext cx="11660176" cy="3413126"/>
          </a:xfrm>
        </p:spPr>
        <p:txBody>
          <a:bodyPr lIns="0" tIns="0" rIns="0" bIns="0" anchor="t"/>
          <a:lstStyle/>
          <a:p>
            <a:r>
              <a:rPr lang="en-US" sz="6000" b="1" i="0" dirty="0">
                <a:effectLst/>
                <a:latin typeface="IBM Plex Sans"/>
              </a:rPr>
              <a:t>watson</a:t>
            </a:r>
            <a:r>
              <a:rPr lang="en-US" sz="6000" b="1" i="0" dirty="0">
                <a:solidFill>
                  <a:schemeClr val="accent1"/>
                </a:solidFill>
                <a:effectLst/>
                <a:latin typeface="IBM Plex Sans"/>
              </a:rPr>
              <a:t>x</a:t>
            </a:r>
            <a:r>
              <a:rPr lang="en-US" sz="6000" b="1" i="0" dirty="0">
                <a:solidFill>
                  <a:schemeClr val="tx1"/>
                </a:solidFill>
                <a:effectLst/>
                <a:latin typeface="IBM Plex Sans"/>
              </a:rPr>
              <a:t>.data</a:t>
            </a:r>
            <a:br>
              <a:rPr lang="en-US" sz="4400" dirty="0">
                <a:effectLst/>
              </a:rPr>
            </a:br>
            <a:r>
              <a:rPr lang="en-US" sz="3600" dirty="0"/>
              <a:t>Scale AI workloads, for all your data, anywhere</a:t>
            </a:r>
            <a:br>
              <a:rPr lang="en-US" sz="3600" kern="1200" dirty="0">
                <a:ea typeface="+mn-ea"/>
                <a:cs typeface="+mn-cs"/>
              </a:rPr>
            </a:br>
            <a:br>
              <a:rPr lang="en-US" sz="4000" kern="1200" dirty="0">
                <a:ea typeface="+mn-ea"/>
                <a:cs typeface="+mn-cs"/>
              </a:rPr>
            </a:br>
            <a:br>
              <a:rPr lang="en-US" sz="4400" dirty="0">
                <a:effectLst/>
              </a:rPr>
            </a:br>
            <a:endParaRPr lang="en-US" sz="4400" dirty="0">
              <a:effectLst/>
            </a:endParaRPr>
          </a:p>
        </p:txBody>
      </p:sp>
      <p:cxnSp>
        <p:nvCxnSpPr>
          <p:cNvPr id="5" name="Straight Connector 4">
            <a:extLst>
              <a:ext uri="{FF2B5EF4-FFF2-40B4-BE49-F238E27FC236}">
                <a16:creationId xmlns:a16="http://schemas.microsoft.com/office/drawing/2014/main" id="{23115172-AC44-AB35-2287-20EB37152EA5}"/>
              </a:ext>
            </a:extLst>
          </p:cNvPr>
          <p:cNvCxnSpPr>
            <a:cxnSpLocks/>
          </p:cNvCxnSpPr>
          <p:nvPr/>
        </p:nvCxnSpPr>
        <p:spPr bwMode="auto">
          <a:xfrm flipV="1">
            <a:off x="420176" y="6904818"/>
            <a:ext cx="23569588" cy="4579"/>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585166FB-69EB-51CC-DE01-C8A6F1F3432D}"/>
              </a:ext>
            </a:extLst>
          </p:cNvPr>
          <p:cNvCxnSpPr>
            <a:cxnSpLocks/>
          </p:cNvCxnSpPr>
          <p:nvPr/>
        </p:nvCxnSpPr>
        <p:spPr bwMode="auto">
          <a:xfrm>
            <a:off x="6095916" y="6904818"/>
            <a:ext cx="0" cy="642842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57FEB7FF-A0F0-373B-5BC8-B5025053414E}"/>
              </a:ext>
            </a:extLst>
          </p:cNvPr>
          <p:cNvCxnSpPr>
            <a:cxnSpLocks/>
          </p:cNvCxnSpPr>
          <p:nvPr/>
        </p:nvCxnSpPr>
        <p:spPr bwMode="auto">
          <a:xfrm>
            <a:off x="12174083" y="426394"/>
            <a:ext cx="0" cy="1290684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875B137A-6834-3CE6-4DDF-8CDAABB8E4D7}"/>
              </a:ext>
            </a:extLst>
          </p:cNvPr>
          <p:cNvCxnSpPr>
            <a:cxnSpLocks/>
          </p:cNvCxnSpPr>
          <p:nvPr/>
        </p:nvCxnSpPr>
        <p:spPr bwMode="auto">
          <a:xfrm>
            <a:off x="18304328" y="426394"/>
            <a:ext cx="0" cy="1290684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3629DDAA-845E-631B-3AB8-D1169D3F8D5C}"/>
              </a:ext>
            </a:extLst>
          </p:cNvPr>
          <p:cNvSpPr txBox="1"/>
          <p:nvPr/>
        </p:nvSpPr>
        <p:spPr>
          <a:xfrm>
            <a:off x="24371058" y="12739104"/>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16" name="Text Placeholder 16">
            <a:extLst>
              <a:ext uri="{FF2B5EF4-FFF2-40B4-BE49-F238E27FC236}">
                <a16:creationId xmlns:a16="http://schemas.microsoft.com/office/drawing/2014/main" id="{FD746F90-8511-8A93-0A94-315C31088E19}"/>
              </a:ext>
            </a:extLst>
          </p:cNvPr>
          <p:cNvSpPr txBox="1">
            <a:spLocks/>
          </p:cNvSpPr>
          <p:nvPr/>
        </p:nvSpPr>
        <p:spPr>
          <a:xfrm>
            <a:off x="12424499" y="7279601"/>
            <a:ext cx="5597707" cy="3028423"/>
          </a:xfrm>
          <a:prstGeom prst="rect">
            <a:avLst/>
          </a:prstGeom>
        </p:spPr>
        <p:txBody>
          <a:bodyPr lIns="91440" tIns="45720" rIns="91440" bIns="45720" anchor="t"/>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4000" kern="0" dirty="0">
                <a:solidFill>
                  <a:srgbClr val="000000"/>
                </a:solidFill>
                <a:latin typeface="+mn-lt"/>
              </a:rPr>
              <a:t>What’s Included</a:t>
            </a:r>
          </a:p>
          <a:p>
            <a:r>
              <a:rPr lang="en-US" sz="1800" b="1" kern="0" dirty="0">
                <a:solidFill>
                  <a:schemeClr val="accent1"/>
                </a:solidFill>
                <a:latin typeface="+mn-lt"/>
              </a:rPr>
              <a:t>Fit-for-purpose query engines</a:t>
            </a:r>
            <a:r>
              <a:rPr lang="en-US" sz="1800" kern="0" dirty="0">
                <a:latin typeface="+mn-lt"/>
                <a:ea typeface="+mn-ea"/>
                <a:cs typeface="+mn-cs"/>
              </a:rPr>
              <a:t>, such as </a:t>
            </a:r>
            <a:r>
              <a:rPr lang="en-US" sz="1800" b="1" kern="0" dirty="0">
                <a:solidFill>
                  <a:schemeClr val="accent1"/>
                </a:solidFill>
                <a:latin typeface="+mn-lt"/>
              </a:rPr>
              <a:t>Presto</a:t>
            </a:r>
            <a:r>
              <a:rPr lang="en-US" sz="1800" kern="0" dirty="0">
                <a:latin typeface="+mn-lt"/>
                <a:ea typeface="+mn-ea"/>
                <a:cs typeface="+mn-cs"/>
              </a:rPr>
              <a:t> and </a:t>
            </a:r>
            <a:r>
              <a:rPr lang="en-US" sz="1800" b="1" kern="0" dirty="0">
                <a:solidFill>
                  <a:schemeClr val="accent1"/>
                </a:solidFill>
                <a:latin typeface="+mn-lt"/>
              </a:rPr>
              <a:t>Spark</a:t>
            </a:r>
            <a:r>
              <a:rPr lang="en-US" sz="1800" kern="0" dirty="0">
                <a:latin typeface="+mn-lt"/>
                <a:ea typeface="+mn-ea"/>
                <a:cs typeface="+mn-cs"/>
              </a:rPr>
              <a:t>, that provide fast, reliable and efficient processing of AI workloads at scale.</a:t>
            </a:r>
          </a:p>
          <a:p>
            <a:endParaRPr lang="en-US" sz="1600" kern="0" dirty="0">
              <a:latin typeface="+mn-lt"/>
            </a:endParaRPr>
          </a:p>
          <a:p>
            <a:r>
              <a:rPr lang="en-US" sz="1800" b="1" kern="0" dirty="0">
                <a:solidFill>
                  <a:schemeClr val="accent1"/>
                </a:solidFill>
                <a:latin typeface="+mn-lt"/>
              </a:rPr>
              <a:t>Shared catalog </a:t>
            </a:r>
            <a:r>
              <a:rPr lang="en-US" sz="1800" kern="0" dirty="0">
                <a:solidFill>
                  <a:srgbClr val="000000"/>
                </a:solidFill>
                <a:latin typeface="+mn-lt"/>
              </a:rPr>
              <a:t>and</a:t>
            </a:r>
            <a:r>
              <a:rPr lang="en-US" sz="1800" kern="0" dirty="0">
                <a:latin typeface="+mn-lt"/>
              </a:rPr>
              <a:t> granular access control services to ensure built-in data governance and integrations to centralized data/policy catalogs like WKC</a:t>
            </a:r>
          </a:p>
          <a:p>
            <a:endParaRPr lang="en-US" sz="1800" kern="0" dirty="0">
              <a:solidFill>
                <a:srgbClr val="000000"/>
              </a:solidFill>
              <a:latin typeface="+mn-lt"/>
            </a:endParaRPr>
          </a:p>
          <a:p>
            <a:r>
              <a:rPr lang="en-US" sz="1800" b="1" kern="0" dirty="0">
                <a:solidFill>
                  <a:schemeClr val="accent1"/>
                </a:solidFill>
                <a:latin typeface="+mn-lt"/>
              </a:rPr>
              <a:t>Iceberg</a:t>
            </a:r>
            <a:r>
              <a:rPr lang="en-US" sz="1800" kern="0" dirty="0">
                <a:latin typeface="+mn-lt"/>
              </a:rPr>
              <a:t> a new open-table format that allows multiple engines to access the same data at the same time </a:t>
            </a:r>
            <a:endParaRPr lang="en-US" dirty="0"/>
          </a:p>
          <a:p>
            <a:br>
              <a:rPr lang="en-US" sz="1600" kern="0" dirty="0">
                <a:latin typeface="+mn-lt"/>
              </a:rPr>
            </a:br>
            <a:r>
              <a:rPr lang="en-US" sz="1800" b="1" kern="0" dirty="0">
                <a:solidFill>
                  <a:schemeClr val="accent1"/>
                </a:solidFill>
                <a:latin typeface="+mn-lt"/>
              </a:rPr>
              <a:t>Cloud Object Storage</a:t>
            </a:r>
            <a:r>
              <a:rPr lang="en-US" sz="1800" kern="0" dirty="0">
                <a:solidFill>
                  <a:schemeClr val="accent1"/>
                </a:solidFill>
                <a:latin typeface="+mn-lt"/>
              </a:rPr>
              <a:t> </a:t>
            </a:r>
            <a:r>
              <a:rPr lang="en-US" sz="1800" kern="0" dirty="0">
                <a:ea typeface="+mj-lt"/>
                <a:cs typeface="+mj-lt"/>
              </a:rPr>
              <a:t>across hybrid-cloud and multi-cloud environments that is simple, reliable, and cost effective </a:t>
            </a:r>
            <a:endParaRPr lang="en-US" sz="1800" kern="0" dirty="0">
              <a:latin typeface="+mn-lt"/>
            </a:endParaRPr>
          </a:p>
          <a:p>
            <a:endParaRPr lang="en-US" sz="1600" kern="0" dirty="0">
              <a:solidFill>
                <a:srgbClr val="000000"/>
              </a:solidFill>
              <a:latin typeface="+mn-lt"/>
            </a:endParaRPr>
          </a:p>
          <a:p>
            <a:r>
              <a:rPr lang="en-US" sz="1800" b="1" kern="0" dirty="0">
                <a:solidFill>
                  <a:schemeClr val="accent1"/>
                </a:solidFill>
                <a:latin typeface="+mn-lt"/>
              </a:rPr>
              <a:t>Semantic Automation</a:t>
            </a:r>
            <a:r>
              <a:rPr lang="en-US" sz="1800" kern="0" dirty="0">
                <a:latin typeface="+mn-lt"/>
              </a:rPr>
              <a:t> to discover, augment, refine and visualize </a:t>
            </a:r>
            <a:r>
              <a:rPr lang="en-US" sz="1800" kern="0" dirty="0" err="1">
                <a:latin typeface="+mn-lt"/>
              </a:rPr>
              <a:t>watsonx.data</a:t>
            </a:r>
            <a:r>
              <a:rPr lang="en-US" sz="1800" kern="0" dirty="0">
                <a:latin typeface="+mn-lt"/>
              </a:rPr>
              <a:t> and metadata using natural language (1Q'24)</a:t>
            </a:r>
          </a:p>
          <a:p>
            <a:endParaRPr lang="en-US" kern="0" dirty="0">
              <a:latin typeface="+mn-lt"/>
            </a:endParaRPr>
          </a:p>
        </p:txBody>
      </p:sp>
      <p:sp>
        <p:nvSpPr>
          <p:cNvPr id="18" name="Text Placeholder 18">
            <a:extLst>
              <a:ext uri="{FF2B5EF4-FFF2-40B4-BE49-F238E27FC236}">
                <a16:creationId xmlns:a16="http://schemas.microsoft.com/office/drawing/2014/main" id="{58FD3FE1-ED56-CADF-DC81-8BFF5E9EADCC}"/>
              </a:ext>
            </a:extLst>
          </p:cNvPr>
          <p:cNvSpPr txBox="1">
            <a:spLocks/>
          </p:cNvSpPr>
          <p:nvPr/>
        </p:nvSpPr>
        <p:spPr>
          <a:xfrm>
            <a:off x="12449897" y="594172"/>
            <a:ext cx="5715726" cy="6094806"/>
          </a:xfrm>
          <a:prstGeom prst="rect">
            <a:avLst/>
          </a:prstGeom>
        </p:spPr>
        <p:txBody>
          <a:bodyPr lIns="91440" tIns="45720" rIns="91440" bIns="45720" anchor="t"/>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4000" kern="0" dirty="0">
                <a:solidFill>
                  <a:srgbClr val="000000"/>
                </a:solidFill>
                <a:latin typeface="+mn-lt"/>
              </a:rPr>
              <a:t>Elevator Pitch</a:t>
            </a:r>
            <a:endParaRPr lang="en-US" sz="4000" kern="0" dirty="0">
              <a:solidFill>
                <a:srgbClr val="000000"/>
              </a:solidFill>
              <a:highlight>
                <a:srgbClr val="FFFF00"/>
              </a:highlight>
              <a:latin typeface="+mn-lt"/>
            </a:endParaRPr>
          </a:p>
          <a:p>
            <a:endParaRPr lang="en-US" sz="1000" b="1" dirty="0"/>
          </a:p>
          <a:p>
            <a:r>
              <a:rPr lang="en-US" sz="2800" b="1" dirty="0" err="1"/>
              <a:t>Watson</a:t>
            </a:r>
            <a:r>
              <a:rPr lang="en-US" sz="2800" b="1" dirty="0" err="1">
                <a:solidFill>
                  <a:schemeClr val="accent1"/>
                </a:solidFill>
              </a:rPr>
              <a:t>x</a:t>
            </a:r>
            <a:r>
              <a:rPr lang="en-US" sz="2800" b="1" dirty="0" err="1"/>
              <a:t>.data</a:t>
            </a:r>
            <a:r>
              <a:rPr lang="en-US" sz="2800" b="1" dirty="0"/>
              <a:t> </a:t>
            </a:r>
            <a:r>
              <a:rPr lang="en-US" sz="2800" kern="0" dirty="0">
                <a:solidFill>
                  <a:schemeClr val="tx2"/>
                </a:solidFill>
                <a:latin typeface="+mn-lt"/>
              </a:rPr>
              <a:t>is </a:t>
            </a:r>
            <a:r>
              <a:rPr lang="en-US" sz="2800" kern="0" dirty="0">
                <a:solidFill>
                  <a:schemeClr val="tx2"/>
                </a:solidFill>
                <a:ea typeface="+mj-lt"/>
                <a:cs typeface="+mj-lt"/>
              </a:rPr>
              <a:t>a fit-for-purpose </a:t>
            </a:r>
            <a:r>
              <a:rPr lang="en-US" sz="2800" kern="0" dirty="0">
                <a:ea typeface="+mj-lt"/>
                <a:cs typeface="+mj-lt"/>
              </a:rPr>
              <a:t>data store built on an open </a:t>
            </a:r>
            <a:r>
              <a:rPr lang="en-US" sz="2800" kern="0" dirty="0" err="1">
                <a:ea typeface="+mj-lt"/>
                <a:cs typeface="+mj-lt"/>
              </a:rPr>
              <a:t>lakehouse</a:t>
            </a:r>
            <a:r>
              <a:rPr lang="en-US" sz="2800" kern="0" dirty="0">
                <a:ea typeface="+mj-lt"/>
                <a:cs typeface="+mj-lt"/>
              </a:rPr>
              <a:t> architecture and </a:t>
            </a:r>
            <a:r>
              <a:rPr lang="en-US" sz="2800" kern="0" dirty="0">
                <a:solidFill>
                  <a:schemeClr val="tx2"/>
                </a:solidFill>
                <a:ea typeface="+mj-lt"/>
                <a:cs typeface="+mj-lt"/>
              </a:rPr>
              <a:t>optimized</a:t>
            </a:r>
            <a:r>
              <a:rPr lang="en-US" sz="2800" kern="0" dirty="0">
                <a:solidFill>
                  <a:schemeClr val="tx2"/>
                </a:solidFill>
                <a:latin typeface="+mn-lt"/>
              </a:rPr>
              <a:t> for governed data and AI workloads across hybrid-cloud environments.  It brings together commodity cloud object storage, open table formats, and open source query engines to provide broad workload coverage and optimal price-performance.</a:t>
            </a:r>
          </a:p>
          <a:p>
            <a:endParaRPr lang="en-US" sz="1800" kern="0" dirty="0">
              <a:solidFill>
                <a:schemeClr val="tx2"/>
              </a:solidFill>
              <a:latin typeface="+mn-lt"/>
            </a:endParaRPr>
          </a:p>
          <a:p>
            <a:endParaRPr lang="en-US" sz="1800" kern="0" dirty="0">
              <a:solidFill>
                <a:schemeClr val="tx2"/>
              </a:solidFill>
              <a:latin typeface="+mn-lt"/>
            </a:endParaRPr>
          </a:p>
        </p:txBody>
      </p:sp>
      <p:sp>
        <p:nvSpPr>
          <p:cNvPr id="35" name="TextBox 34">
            <a:extLst>
              <a:ext uri="{FF2B5EF4-FFF2-40B4-BE49-F238E27FC236}">
                <a16:creationId xmlns:a16="http://schemas.microsoft.com/office/drawing/2014/main" id="{79E7F93F-9D9C-20F5-176D-E8DE525F2291}"/>
              </a:ext>
            </a:extLst>
          </p:cNvPr>
          <p:cNvSpPr txBox="1"/>
          <p:nvPr/>
        </p:nvSpPr>
        <p:spPr>
          <a:xfrm>
            <a:off x="10287000" y="12834257"/>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36" name="TextBox 35">
            <a:extLst>
              <a:ext uri="{FF2B5EF4-FFF2-40B4-BE49-F238E27FC236}">
                <a16:creationId xmlns:a16="http://schemas.microsoft.com/office/drawing/2014/main" id="{C3F82426-72F6-D2F5-FEEB-B74748A74AD3}"/>
              </a:ext>
            </a:extLst>
          </p:cNvPr>
          <p:cNvSpPr txBox="1"/>
          <p:nvPr/>
        </p:nvSpPr>
        <p:spPr>
          <a:xfrm>
            <a:off x="22696714" y="4833257"/>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algn="l" defTabSz="2438400">
              <a:spcBef>
                <a:spcPts val="2900"/>
              </a:spcBef>
              <a:buSzPct val="100000"/>
            </a:pPr>
            <a:endParaRPr lang="en-US" kern="0" dirty="0">
              <a:solidFill>
                <a:srgbClr val="000000"/>
              </a:solidFill>
              <a:ea typeface="+mj-ea"/>
              <a:cs typeface="+mj-cs"/>
              <a:sym typeface="IBM Plex Sans Light"/>
            </a:endParaRPr>
          </a:p>
        </p:txBody>
      </p:sp>
      <p:sp>
        <p:nvSpPr>
          <p:cNvPr id="28" name="Text Placeholder 17">
            <a:extLst>
              <a:ext uri="{FF2B5EF4-FFF2-40B4-BE49-F238E27FC236}">
                <a16:creationId xmlns:a16="http://schemas.microsoft.com/office/drawing/2014/main" id="{C313B600-30E7-2E43-5FD8-747EDD4A7D1A}"/>
              </a:ext>
            </a:extLst>
          </p:cNvPr>
          <p:cNvSpPr txBox="1">
            <a:spLocks/>
          </p:cNvSpPr>
          <p:nvPr/>
        </p:nvSpPr>
        <p:spPr>
          <a:xfrm>
            <a:off x="6440716" y="7275631"/>
            <a:ext cx="5429380" cy="2923159"/>
          </a:xfrm>
          <a:prstGeom prst="rect">
            <a:avLst/>
          </a:prstGeom>
        </p:spPr>
        <p:txBody>
          <a:bodyPr lIns="91440" tIns="45720" rIns="91440" bIns="45720" anchor="t"/>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4000" kern="0" dirty="0">
                <a:latin typeface="+mn-lt"/>
              </a:rPr>
              <a:t>Solution </a:t>
            </a:r>
            <a:r>
              <a:rPr lang="en-US" sz="4000" kern="0">
                <a:latin typeface="+mn-lt"/>
              </a:rPr>
              <a:t>Value</a:t>
            </a:r>
            <a:endParaRPr lang="en-US" sz="1800" dirty="0">
              <a:latin typeface="+mn-lt"/>
            </a:endParaRPr>
          </a:p>
          <a:p>
            <a:pPr marL="342900" lvl="1" indent="-342900" defTabSz="1829379">
              <a:lnSpc>
                <a:spcPct val="100000"/>
              </a:lnSpc>
              <a:spcBef>
                <a:spcPts val="450"/>
              </a:spcBef>
              <a:buClr>
                <a:schemeClr val="accent1"/>
              </a:buClr>
              <a:buSzPct val="120000"/>
              <a:buFont typeface="Arial" panose="020B0604020202020204" pitchFamily="34" charset="0"/>
              <a:buChar char="•"/>
              <a:defRPr/>
            </a:pPr>
            <a:r>
              <a:rPr lang="en-US" sz="2000" kern="0" dirty="0">
                <a:latin typeface="+mn-lt"/>
                <a:ea typeface="+mn-ea"/>
                <a:cs typeface="+mn-cs"/>
              </a:rPr>
              <a:t>Optimize costly data warehouse workloads when you pair the right workloads with the right engine at the right cost</a:t>
            </a:r>
          </a:p>
          <a:p>
            <a:pPr marL="342900" lvl="1" indent="-342900" defTabSz="1829379">
              <a:lnSpc>
                <a:spcPct val="100000"/>
              </a:lnSpc>
              <a:spcBef>
                <a:spcPts val="450"/>
              </a:spcBef>
              <a:buClr>
                <a:schemeClr val="accent1"/>
              </a:buClr>
              <a:buSzPct val="120000"/>
              <a:buFont typeface="Arial" panose="020B0604020202020204" pitchFamily="34" charset="0"/>
              <a:buChar char="•"/>
              <a:defRPr/>
            </a:pPr>
            <a:r>
              <a:rPr lang="en-US" sz="2000" kern="0" dirty="0">
                <a:latin typeface="+mn-lt"/>
                <a:ea typeface="+mn-ea"/>
                <a:cs typeface="+mn-cs"/>
              </a:rPr>
              <a:t>Get started in minute and access all your data across hybrid-cloud environments with connectivity to existing sources</a:t>
            </a:r>
          </a:p>
          <a:p>
            <a:pPr marL="342900" lvl="1" indent="-342900" defTabSz="1829379">
              <a:lnSpc>
                <a:spcPct val="100000"/>
              </a:lnSpc>
              <a:spcBef>
                <a:spcPts val="450"/>
              </a:spcBef>
              <a:buClr>
                <a:schemeClr val="accent1"/>
              </a:buClr>
              <a:buSzPct val="120000"/>
              <a:buFont typeface="Arial" panose="020B0604020202020204" pitchFamily="34" charset="0"/>
              <a:buChar char="•"/>
              <a:defRPr/>
            </a:pPr>
            <a:r>
              <a:rPr lang="en-US" sz="2000" kern="0" dirty="0">
                <a:latin typeface="+mn-lt"/>
                <a:ea typeface="+mn-ea"/>
                <a:cs typeface="+mn-cs"/>
              </a:rPr>
              <a:t>Built-in governance across your data ecosystem that is compatible with existing solutions, including IBM Watson Knowledge Catalog</a:t>
            </a:r>
            <a:endParaRPr lang="en-US">
              <a:ea typeface="+mn-ea"/>
              <a:cs typeface="+mn-cs"/>
            </a:endParaRPr>
          </a:p>
          <a:p>
            <a:pPr marL="342900" lvl="1" indent="-342900" defTabSz="1829379">
              <a:lnSpc>
                <a:spcPct val="100000"/>
              </a:lnSpc>
              <a:spcBef>
                <a:spcPts val="450"/>
              </a:spcBef>
              <a:buClr>
                <a:schemeClr val="accent1"/>
              </a:buClr>
              <a:buSzPct val="120000"/>
              <a:buFont typeface="Arial" panose="020B0604020202020204" pitchFamily="34" charset="0"/>
              <a:buChar char="•"/>
              <a:defRPr/>
            </a:pPr>
            <a:r>
              <a:rPr lang="en-US" sz="2000" kern="0" dirty="0">
                <a:latin typeface="+mn-lt"/>
                <a:ea typeface="+mn-ea"/>
                <a:cs typeface="+mn-cs"/>
              </a:rPr>
              <a:t>Open data and table formats for analytics data sets, so different engines can access and share the same data, at the same time</a:t>
            </a:r>
          </a:p>
          <a:p>
            <a:pPr marL="342900" lvl="1" indent="-342900" defTabSz="1829379">
              <a:lnSpc>
                <a:spcPct val="100000"/>
              </a:lnSpc>
              <a:spcBef>
                <a:spcPts val="450"/>
              </a:spcBef>
              <a:buClr>
                <a:schemeClr val="accent1"/>
              </a:buClr>
              <a:buSzPct val="120000"/>
              <a:buFont typeface="Arial" panose="020B0604020202020204" pitchFamily="34" charset="0"/>
              <a:buChar char="•"/>
              <a:defRPr/>
            </a:pPr>
            <a:r>
              <a:rPr lang="en-US" sz="2000" kern="0" dirty="0">
                <a:latin typeface="+mn-lt"/>
                <a:ea typeface="+mn-ea"/>
                <a:cs typeface="+mn-cs"/>
              </a:rPr>
              <a:t>Hybrid-cloud deployments (SaaS &amp; software) and workload portability across </a:t>
            </a:r>
            <a:r>
              <a:rPr lang="en-US" sz="2000" kern="0" dirty="0" err="1">
                <a:latin typeface="+mn-lt"/>
                <a:ea typeface="+mn-ea"/>
                <a:cs typeface="+mn-cs"/>
              </a:rPr>
              <a:t>hyperscalers</a:t>
            </a:r>
            <a:r>
              <a:rPr lang="en-US" sz="2000" kern="0" dirty="0">
                <a:latin typeface="+mn-lt"/>
                <a:ea typeface="+mn-ea"/>
                <a:cs typeface="+mn-cs"/>
              </a:rPr>
              <a:t> and on-prem with Red Hat OpenShift</a:t>
            </a:r>
          </a:p>
          <a:p>
            <a:pPr lvl="1">
              <a:spcBef>
                <a:spcPts val="400"/>
              </a:spcBef>
              <a:buClr>
                <a:schemeClr val="accent1"/>
              </a:buClr>
              <a:buSzPct val="120000"/>
              <a:buFont typeface="Arial" panose="020B0604020202020204" pitchFamily="34" charset="0"/>
              <a:buChar char="•"/>
              <a:defRPr/>
            </a:pPr>
            <a:endParaRPr lang="en-US" sz="2400" dirty="0">
              <a:solidFill>
                <a:schemeClr val="tx1"/>
              </a:solidFill>
              <a:latin typeface="IBM Plex Sans Light" panose="020B0403050203000203" pitchFamily="34" charset="0"/>
              <a:ea typeface="IBM Plex Sans" charset="0"/>
              <a:cs typeface="IBM Plex Sans" charset="0"/>
            </a:endParaRPr>
          </a:p>
          <a:p>
            <a:pPr marL="514350" lvl="1" indent="-514350">
              <a:spcBef>
                <a:spcPts val="400"/>
              </a:spcBef>
              <a:buClr>
                <a:schemeClr val="accent1"/>
              </a:buClr>
              <a:buSzPct val="120000"/>
              <a:buFont typeface="+mj-lt"/>
              <a:buAutoNum type="arabicPeriod"/>
              <a:defRPr/>
            </a:pPr>
            <a:endParaRPr lang="en-US" sz="2400" dirty="0">
              <a:latin typeface="+mn-lt"/>
            </a:endParaRPr>
          </a:p>
        </p:txBody>
      </p:sp>
      <p:sp>
        <p:nvSpPr>
          <p:cNvPr id="2" name="Footer Placeholder 11">
            <a:extLst>
              <a:ext uri="{FF2B5EF4-FFF2-40B4-BE49-F238E27FC236}">
                <a16:creationId xmlns:a16="http://schemas.microsoft.com/office/drawing/2014/main" id="{0473F869-B657-3E63-C164-165207B5A241}"/>
              </a:ext>
            </a:extLst>
          </p:cNvPr>
          <p:cNvSpPr txBox="1">
            <a:spLocks/>
          </p:cNvSpPr>
          <p:nvPr/>
        </p:nvSpPr>
        <p:spPr>
          <a:xfrm>
            <a:off x="487744" y="13493751"/>
            <a:ext cx="5486313" cy="222249"/>
          </a:xfrm>
          <a:prstGeom prst="rect">
            <a:avLst/>
          </a:prstGeom>
        </p:spPr>
        <p:txBody>
          <a:bodyPr vert="horz" lIns="0" tIns="0" rIns="0" bIns="0" rtlCol="0" anchor="ctr"/>
          <a:lstStyle>
            <a:defPPr>
              <a:defRPr lang="en-US"/>
            </a:defPPr>
            <a:lvl1pPr marL="0" marR="0" indent="0" algn="l" defTabSz="913729" rtl="0" eaLnBrk="1" fontAlgn="auto" latinLnBrk="0" hangingPunct="1">
              <a:lnSpc>
                <a:spcPct val="100000"/>
              </a:lnSpc>
              <a:spcBef>
                <a:spcPts val="0"/>
              </a:spcBef>
              <a:spcAft>
                <a:spcPts val="0"/>
              </a:spcAft>
              <a:buClrTx/>
              <a:buSzTx/>
              <a:buFontTx/>
              <a:buNone/>
              <a:tabLst/>
              <a:defRPr sz="799"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29" rtl="0" eaLnBrk="1" fontAlgn="auto" latinLnBrk="0" hangingPunct="1">
              <a:lnSpc>
                <a:spcPct val="100000"/>
              </a:lnSpc>
              <a:spcBef>
                <a:spcPts val="0"/>
              </a:spcBef>
              <a:spcAft>
                <a:spcPts val="0"/>
              </a:spcAft>
              <a:buClrTx/>
              <a:buSzTx/>
              <a:buFontTx/>
              <a:buNone/>
              <a:tabLst/>
              <a:defRPr/>
            </a:pPr>
            <a:r>
              <a:rPr kumimoji="0" lang="en-US" sz="799" b="0" i="0" u="none" strike="noStrike" kern="1200" cap="none" spc="0" normalizeH="0" baseline="0" noProof="0" dirty="0">
                <a:ln>
                  <a:noFill/>
                </a:ln>
                <a:solidFill>
                  <a:srgbClr val="000000"/>
                </a:solidFill>
                <a:effectLst/>
                <a:uLnTx/>
                <a:uFillTx/>
                <a:latin typeface="IBM Plex Sans Light"/>
                <a:ea typeface="+mn-ea"/>
                <a:cs typeface="+mn-cs"/>
              </a:rPr>
              <a:t>IBM Data and AI / © 2023 IBM Corporation</a:t>
            </a:r>
          </a:p>
        </p:txBody>
      </p:sp>
      <p:sp>
        <p:nvSpPr>
          <p:cNvPr id="4" name="Text Placeholder 15">
            <a:extLst>
              <a:ext uri="{FF2B5EF4-FFF2-40B4-BE49-F238E27FC236}">
                <a16:creationId xmlns:a16="http://schemas.microsoft.com/office/drawing/2014/main" id="{F63C9AA6-1500-640B-8BC7-164582EF11B3}"/>
              </a:ext>
            </a:extLst>
          </p:cNvPr>
          <p:cNvSpPr txBox="1">
            <a:spLocks/>
          </p:cNvSpPr>
          <p:nvPr/>
        </p:nvSpPr>
        <p:spPr>
          <a:xfrm>
            <a:off x="18662224" y="595154"/>
            <a:ext cx="5351874" cy="5884292"/>
          </a:xfrm>
          <a:prstGeom prst="rect">
            <a:avLst/>
          </a:prstGeom>
        </p:spPr>
        <p:txBody>
          <a:bodyPr lIns="91440" tIns="45720" rIns="91440" bIns="45720" anchor="t"/>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4000" kern="0" dirty="0">
                <a:solidFill>
                  <a:srgbClr val="000000"/>
                </a:solidFill>
                <a:latin typeface="+mn-lt"/>
              </a:rPr>
              <a:t>Target Customer</a:t>
            </a:r>
            <a:endParaRPr lang="en-US" sz="2400" kern="0" dirty="0">
              <a:solidFill>
                <a:srgbClr val="000000"/>
              </a:solidFill>
              <a:latin typeface="+mn-lt"/>
            </a:endParaRPr>
          </a:p>
          <a:p>
            <a:r>
              <a:rPr lang="en-US" sz="2000" dirty="0">
                <a:solidFill>
                  <a:srgbClr val="000000"/>
                </a:solidFill>
                <a:latin typeface="IBM Plex Sans Light"/>
              </a:rPr>
              <a:t>Customers looking to </a:t>
            </a:r>
            <a:r>
              <a:rPr lang="en-US" sz="2000">
                <a:solidFill>
                  <a:srgbClr val="000000"/>
                </a:solidFill>
                <a:latin typeface="IBM Plex Sans Light"/>
              </a:rPr>
              <a:t>modernize, optimize</a:t>
            </a:r>
            <a:r>
              <a:rPr lang="en-US" sz="2000" dirty="0">
                <a:solidFill>
                  <a:srgbClr val="000000"/>
                </a:solidFill>
                <a:latin typeface="IBM Plex Sans Light"/>
              </a:rPr>
              <a:t> and augment their data warehouse and/or their data lake</a:t>
            </a:r>
          </a:p>
          <a:p>
            <a:endParaRPr lang="en-US" sz="2000" b="1" dirty="0">
              <a:solidFill>
                <a:srgbClr val="000000"/>
              </a:solidFill>
              <a:latin typeface="IBM Plex Sans Light" panose="020B0403050203000203" pitchFamily="34" charset="0"/>
            </a:endParaRPr>
          </a:p>
          <a:p>
            <a:r>
              <a:rPr lang="en-US" sz="2000" b="1">
                <a:ea typeface="+mj-lt"/>
                <a:cs typeface="+mj-lt"/>
              </a:rPr>
              <a:t>Key stakeholders</a:t>
            </a:r>
            <a:r>
              <a:rPr lang="en-US" sz="2000" b="1" dirty="0">
                <a:ea typeface="+mj-lt"/>
                <a:cs typeface="+mj-lt"/>
              </a:rPr>
              <a:t>: </a:t>
            </a:r>
            <a:endParaRPr lang="en-US"/>
          </a:p>
          <a:p>
            <a:pPr marL="342900" indent="-342900">
              <a:buFont typeface="Arial"/>
              <a:buChar char="•"/>
            </a:pPr>
            <a:r>
              <a:rPr lang="en-US" sz="2000">
                <a:ea typeface="+mj-lt"/>
                <a:cs typeface="+mj-lt"/>
              </a:rPr>
              <a:t>Chief Data and Analytics Officers </a:t>
            </a:r>
            <a:endParaRPr lang="en-US">
              <a:ea typeface="+mj-lt"/>
              <a:cs typeface="+mj-lt"/>
            </a:endParaRPr>
          </a:p>
          <a:p>
            <a:pPr marL="342900" indent="-342900">
              <a:buFont typeface="Arial"/>
              <a:buChar char="•"/>
            </a:pPr>
            <a:r>
              <a:rPr lang="en-US" sz="2000"/>
              <a:t>Chief Information and Technology Officers</a:t>
            </a:r>
            <a:endParaRPr lang="en-US" sz="2000" dirty="0"/>
          </a:p>
          <a:p>
            <a:pPr marL="342900" indent="-342900">
              <a:buFont typeface="Arial"/>
              <a:buChar char="•"/>
            </a:pPr>
            <a:endParaRPr lang="en-US" sz="2000" dirty="0">
              <a:ea typeface="+mj-lt"/>
              <a:cs typeface="+mj-lt"/>
            </a:endParaRPr>
          </a:p>
          <a:p>
            <a:r>
              <a:rPr lang="en-US" sz="2000" b="1" dirty="0">
                <a:ea typeface="+mj-lt"/>
                <a:cs typeface="+mj-lt"/>
              </a:rPr>
              <a:t>User personas: </a:t>
            </a:r>
            <a:endParaRPr lang="en-US"/>
          </a:p>
          <a:p>
            <a:pPr marL="342900" indent="-342900">
              <a:buFont typeface="Arial"/>
              <a:buChar char="•"/>
            </a:pPr>
            <a:r>
              <a:rPr lang="en-US" sz="2000">
                <a:ea typeface="+mj-lt"/>
                <a:cs typeface="+mj-lt"/>
              </a:rPr>
              <a:t>Data scientists</a:t>
            </a:r>
            <a:r>
              <a:rPr lang="en-US" sz="2000" dirty="0">
                <a:ea typeface="+mj-lt"/>
                <a:cs typeface="+mj-lt"/>
              </a:rPr>
              <a:t> </a:t>
            </a:r>
            <a:endParaRPr lang="en-US">
              <a:ea typeface="+mj-lt"/>
              <a:cs typeface="+mj-lt"/>
            </a:endParaRPr>
          </a:p>
          <a:p>
            <a:pPr marL="342900" indent="-342900">
              <a:buFont typeface="Arial"/>
              <a:buChar char="•"/>
            </a:pPr>
            <a:r>
              <a:rPr lang="en-US" sz="2000">
                <a:ea typeface="+mj-lt"/>
                <a:cs typeface="+mj-lt"/>
              </a:rPr>
              <a:t>AI/ML engineers</a:t>
            </a:r>
            <a:r>
              <a:rPr lang="en-US" sz="2000" dirty="0">
                <a:ea typeface="+mj-lt"/>
                <a:cs typeface="+mj-lt"/>
              </a:rPr>
              <a:t> </a:t>
            </a:r>
            <a:endParaRPr lang="en-US"/>
          </a:p>
          <a:p>
            <a:pPr marL="342900" indent="-342900">
              <a:buFont typeface="Arial"/>
              <a:buChar char="•"/>
            </a:pPr>
            <a:r>
              <a:rPr lang="en-US" sz="2000">
                <a:ea typeface="+mj-lt"/>
                <a:cs typeface="+mj-lt"/>
              </a:rPr>
              <a:t>Data engineers</a:t>
            </a:r>
            <a:endParaRPr lang="en-US"/>
          </a:p>
          <a:p>
            <a:pPr marL="342900" indent="-342900">
              <a:buFont typeface="Arial"/>
              <a:buChar char="•"/>
            </a:pPr>
            <a:r>
              <a:rPr lang="en-US" sz="2000">
                <a:ea typeface="+mj-lt"/>
                <a:cs typeface="+mj-lt"/>
              </a:rPr>
              <a:t>Database </a:t>
            </a:r>
            <a:r>
              <a:rPr lang="en-US" sz="2000" dirty="0">
                <a:ea typeface="+mj-lt"/>
                <a:cs typeface="+mj-lt"/>
              </a:rPr>
              <a:t>administrators</a:t>
            </a:r>
          </a:p>
          <a:p>
            <a:pPr marL="342900" indent="-342900">
              <a:buFont typeface="Arial"/>
              <a:buChar char="•"/>
            </a:pPr>
            <a:r>
              <a:rPr lang="en-US" sz="2000">
                <a:ea typeface="+mj-lt"/>
                <a:cs typeface="+mj-lt"/>
              </a:rPr>
              <a:t>Business analysts fluent in SQL</a:t>
            </a:r>
            <a:endParaRPr lang="en-US" sz="2000"/>
          </a:p>
          <a:p>
            <a:pPr marL="342900" indent="-342900">
              <a:buFont typeface="Arial"/>
              <a:buChar char="•"/>
            </a:pPr>
            <a:endParaRPr lang="en-US" sz="2000" dirty="0">
              <a:solidFill>
                <a:srgbClr val="000000"/>
              </a:solidFill>
              <a:latin typeface="IBM Plex Sans Light"/>
            </a:endParaRPr>
          </a:p>
          <a:p>
            <a:r>
              <a:rPr lang="en-US" sz="2000" b="1" dirty="0">
                <a:solidFill>
                  <a:srgbClr val="000000"/>
                </a:solidFill>
                <a:latin typeface="IBM Plex Sans Light"/>
              </a:rPr>
              <a:t>Industries</a:t>
            </a:r>
            <a:r>
              <a:rPr lang="en-US" sz="2000" dirty="0">
                <a:solidFill>
                  <a:srgbClr val="000000"/>
                </a:solidFill>
                <a:latin typeface="IBM Plex Sans Light"/>
              </a:rPr>
              <a:t>: All </a:t>
            </a:r>
            <a:endParaRPr lang="en-US" sz="2000" dirty="0">
              <a:solidFill>
                <a:srgbClr val="000000"/>
              </a:solidFill>
              <a:latin typeface="IBM Plex Sans Light" panose="020B0403050203000203" pitchFamily="34" charset="0"/>
            </a:endParaRPr>
          </a:p>
          <a:p>
            <a:endParaRPr lang="en-US" sz="2000" dirty="0">
              <a:solidFill>
                <a:srgbClr val="000000"/>
              </a:solidFill>
              <a:latin typeface="IBM Plex Sans Light" panose="020B0403050203000203" pitchFamily="34" charset="0"/>
            </a:endParaRPr>
          </a:p>
          <a:p>
            <a:endParaRPr lang="en-US" sz="1800" dirty="0">
              <a:solidFill>
                <a:srgbClr val="000000"/>
              </a:solidFill>
              <a:latin typeface="IBM Plex Sans Light" panose="020B0403050203000203" pitchFamily="34" charset="0"/>
            </a:endParaRPr>
          </a:p>
          <a:p>
            <a:pPr marL="457200" indent="-457200">
              <a:buFont typeface="Arial" panose="020B0604020202020204" pitchFamily="34" charset="0"/>
              <a:buChar char="•"/>
            </a:pPr>
            <a:endParaRPr lang="en-US" sz="2400" dirty="0">
              <a:solidFill>
                <a:schemeClr val="tx1"/>
              </a:solidFill>
              <a:latin typeface="IBM Plex Sans Light" panose="020B0403050203000203" pitchFamily="34" charset="0"/>
            </a:endParaRPr>
          </a:p>
          <a:p>
            <a:pPr marL="457200" indent="-457200">
              <a:buFont typeface="Arial" panose="020B0604020202020204" pitchFamily="34" charset="0"/>
              <a:buChar char="•"/>
            </a:pPr>
            <a:endParaRPr lang="en-US" sz="2400" dirty="0">
              <a:solidFill>
                <a:srgbClr val="000000"/>
              </a:solidFill>
              <a:latin typeface="IBM Plex Sans Light" panose="020B0403050203000203" pitchFamily="34" charset="0"/>
            </a:endParaRPr>
          </a:p>
          <a:p>
            <a:endParaRPr lang="en-US" sz="2400" kern="0" dirty="0">
              <a:solidFill>
                <a:srgbClr val="000000"/>
              </a:solidFill>
              <a:latin typeface="+mn-lt"/>
            </a:endParaRPr>
          </a:p>
        </p:txBody>
      </p:sp>
      <p:sp>
        <p:nvSpPr>
          <p:cNvPr id="27" name="Text Placeholder 14">
            <a:extLst>
              <a:ext uri="{FF2B5EF4-FFF2-40B4-BE49-F238E27FC236}">
                <a16:creationId xmlns:a16="http://schemas.microsoft.com/office/drawing/2014/main" id="{B364D59B-5646-D62F-5775-A0F3A65ED08F}"/>
              </a:ext>
            </a:extLst>
          </p:cNvPr>
          <p:cNvSpPr txBox="1">
            <a:spLocks/>
          </p:cNvSpPr>
          <p:nvPr/>
        </p:nvSpPr>
        <p:spPr>
          <a:xfrm>
            <a:off x="492963" y="7279601"/>
            <a:ext cx="5257749" cy="3025140"/>
          </a:xfrm>
          <a:prstGeom prst="rect">
            <a:avLst/>
          </a:prstGeom>
        </p:spPr>
        <p:txBody>
          <a:bodyPr lIns="91440" tIns="45720" rIns="91440" bIns="45720" anchor="t"/>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4000" kern="0" dirty="0">
                <a:latin typeface="+mn-lt"/>
              </a:rPr>
              <a:t>Pain Points</a:t>
            </a:r>
            <a:endParaRPr lang="en-US" sz="2000" kern="0" dirty="0">
              <a:latin typeface="+mn-lt"/>
            </a:endParaRPr>
          </a:p>
          <a:p>
            <a:pPr marL="514350" lvl="1" indent="-514350">
              <a:spcBef>
                <a:spcPts val="400"/>
              </a:spcBef>
              <a:buClr>
                <a:schemeClr val="accent1"/>
              </a:buClr>
              <a:buSzPct val="128000"/>
              <a:buFont typeface="+mj-lt"/>
              <a:buAutoNum type="arabicPeriod"/>
              <a:defRPr/>
            </a:pPr>
            <a:r>
              <a:rPr lang="en-US" sz="2000" kern="0" dirty="0">
                <a:latin typeface="+mn-lt"/>
                <a:ea typeface="+mn-ea"/>
                <a:cs typeface="+mn-cs"/>
              </a:rPr>
              <a:t>High and rising costs of data management, storage, infrastructure and consumption.</a:t>
            </a:r>
          </a:p>
          <a:p>
            <a:pPr marL="514350" lvl="1" indent="-514350">
              <a:spcBef>
                <a:spcPts val="400"/>
              </a:spcBef>
              <a:buClr>
                <a:schemeClr val="accent1"/>
              </a:buClr>
              <a:buSzPct val="128000"/>
              <a:buFont typeface="+mj-lt"/>
              <a:buAutoNum type="arabicPeriod"/>
              <a:defRPr/>
            </a:pPr>
            <a:endParaRPr lang="en-US" sz="900" dirty="0">
              <a:latin typeface="IBM Plex Arabic Light" panose="020B0403050203000203" pitchFamily="34" charset="-78"/>
              <a:cs typeface="IBM Plex Arabic Light" panose="020B0403050203000203" pitchFamily="34" charset="-78"/>
            </a:endParaRPr>
          </a:p>
          <a:p>
            <a:pPr marL="514350" lvl="1" indent="-514350">
              <a:spcBef>
                <a:spcPts val="400"/>
              </a:spcBef>
              <a:buClr>
                <a:schemeClr val="accent1"/>
              </a:buClr>
              <a:buSzPct val="128000"/>
              <a:buFont typeface="+mj-lt"/>
              <a:buAutoNum type="arabicPeriod"/>
              <a:defRPr/>
            </a:pPr>
            <a:r>
              <a:rPr lang="en-US" sz="2000" kern="0" dirty="0">
                <a:latin typeface="+mn-lt"/>
                <a:ea typeface="+mn-ea"/>
                <a:cs typeface="+mn-cs"/>
              </a:rPr>
              <a:t>Growing data volumes, sources and types of data, located in proliferating silos across cloud and on-prem data warehouses and lake architectures.</a:t>
            </a:r>
          </a:p>
          <a:p>
            <a:pPr marL="514350" lvl="1" indent="-514350">
              <a:spcBef>
                <a:spcPts val="400"/>
              </a:spcBef>
              <a:buClr>
                <a:schemeClr val="accent1"/>
              </a:buClr>
              <a:buSzPct val="128000"/>
              <a:buFont typeface="+mj-lt"/>
              <a:buAutoNum type="arabicPeriod"/>
              <a:defRPr/>
            </a:pPr>
            <a:endParaRPr lang="en-US" sz="900" dirty="0">
              <a:latin typeface="+mn-lt"/>
            </a:endParaRPr>
          </a:p>
          <a:p>
            <a:pPr marL="514350" lvl="1" indent="-514350">
              <a:spcBef>
                <a:spcPts val="400"/>
              </a:spcBef>
              <a:buClr>
                <a:schemeClr val="accent1"/>
              </a:buClr>
              <a:buSzPct val="128000"/>
              <a:buFont typeface="+mj-lt"/>
              <a:buAutoNum type="arabicPeriod"/>
              <a:defRPr/>
            </a:pPr>
            <a:r>
              <a:rPr lang="en-US" sz="2000" kern="0" dirty="0">
                <a:latin typeface="+mn-lt"/>
                <a:ea typeface="+mn-ea"/>
                <a:cs typeface="+mn-cs"/>
              </a:rPr>
              <a:t>Governance, security and data management processes issues due to increasingly complex regulatory environments with more data types, users and data access constraints. </a:t>
            </a:r>
          </a:p>
          <a:p>
            <a:pPr marL="514350" lvl="1" indent="-514350">
              <a:spcBef>
                <a:spcPts val="400"/>
              </a:spcBef>
              <a:buClr>
                <a:schemeClr val="accent1"/>
              </a:buClr>
              <a:buSzPct val="120000"/>
              <a:buFont typeface="+mj-lt"/>
              <a:buAutoNum type="arabicPeriod"/>
              <a:defRPr/>
            </a:pPr>
            <a:endParaRPr lang="en-US" sz="900" dirty="0">
              <a:latin typeface="+mn-lt"/>
            </a:endParaRPr>
          </a:p>
        </p:txBody>
      </p:sp>
      <p:sp>
        <p:nvSpPr>
          <p:cNvPr id="17" name="Text Placeholder 13">
            <a:extLst>
              <a:ext uri="{FF2B5EF4-FFF2-40B4-BE49-F238E27FC236}">
                <a16:creationId xmlns:a16="http://schemas.microsoft.com/office/drawing/2014/main" id="{CE8A69A9-DC55-5CC6-DCEB-B398F895BF53}"/>
              </a:ext>
            </a:extLst>
          </p:cNvPr>
          <p:cNvSpPr txBox="1">
            <a:spLocks/>
          </p:cNvSpPr>
          <p:nvPr/>
        </p:nvSpPr>
        <p:spPr>
          <a:xfrm>
            <a:off x="18732009" y="7275631"/>
            <a:ext cx="5067231" cy="5853066"/>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r>
              <a:rPr lang="en-US" sz="4000" dirty="0">
                <a:solidFill>
                  <a:srgbClr val="000000"/>
                </a:solidFill>
                <a:latin typeface="+mj-lt"/>
              </a:rPr>
              <a:t>Why IBM</a:t>
            </a:r>
            <a:endParaRPr lang="en-US" sz="4000" dirty="0">
              <a:solidFill>
                <a:schemeClr val="accent1"/>
              </a:solidFill>
              <a:latin typeface="+mj-lt"/>
            </a:endParaRPr>
          </a:p>
          <a:p>
            <a:pPr defTabSz="914377">
              <a:defRPr/>
            </a:pPr>
            <a:endParaRPr lang="en-US" sz="2800" dirty="0">
              <a:solidFill>
                <a:schemeClr val="tx1"/>
              </a:solidFill>
              <a:latin typeface="IBM Plex Sans Light" panose="020B0403050203000203" pitchFamily="34" charset="0"/>
              <a:ea typeface="IBM Plex Sans" charset="0"/>
              <a:cs typeface="IBM Plex Sans" charset="0"/>
            </a:endParaRPr>
          </a:p>
          <a:p>
            <a:pPr defTabSz="914377">
              <a:defRPr/>
            </a:pPr>
            <a:r>
              <a:rPr lang="en-US" sz="2400" b="1" kern="0" dirty="0" err="1">
                <a:solidFill>
                  <a:schemeClr val="tx2"/>
                </a:solidFill>
                <a:latin typeface="+mn-lt"/>
                <a:ea typeface="+mj-ea"/>
                <a:cs typeface="+mj-cs"/>
                <a:sym typeface="IBM Plex Sans Light"/>
              </a:rPr>
              <a:t>Watson</a:t>
            </a:r>
            <a:r>
              <a:rPr lang="en-US" sz="2400" b="1" kern="0" dirty="0" err="1">
                <a:solidFill>
                  <a:schemeClr val="accent1"/>
                </a:solidFill>
                <a:latin typeface="+mn-lt"/>
                <a:ea typeface="+mj-ea"/>
                <a:cs typeface="+mj-cs"/>
                <a:sym typeface="IBM Plex Sans Light"/>
              </a:rPr>
              <a:t>x</a:t>
            </a:r>
            <a:r>
              <a:rPr lang="en-US" sz="2400" b="1" kern="0" dirty="0" err="1">
                <a:solidFill>
                  <a:schemeClr val="tx2"/>
                </a:solidFill>
                <a:latin typeface="+mn-lt"/>
                <a:ea typeface="+mj-ea"/>
                <a:cs typeface="+mj-cs"/>
                <a:sym typeface="IBM Plex Sans Light"/>
              </a:rPr>
              <a:t>.data</a:t>
            </a:r>
            <a:r>
              <a:rPr lang="en-US" sz="2400" kern="0" dirty="0">
                <a:solidFill>
                  <a:schemeClr val="tx2"/>
                </a:solidFill>
                <a:latin typeface="+mn-lt"/>
                <a:ea typeface="+mj-ea"/>
                <a:cs typeface="+mj-cs"/>
                <a:sym typeface="IBM Plex Sans Light"/>
              </a:rPr>
              <a:t> combines the best of IBM with the best of open-source to </a:t>
            </a:r>
            <a:r>
              <a:rPr lang="en-US" sz="2400" kern="0" dirty="0" err="1">
                <a:solidFill>
                  <a:schemeClr val="tx2"/>
                </a:solidFill>
                <a:latin typeface="+mn-lt"/>
                <a:ea typeface="+mj-ea"/>
                <a:cs typeface="+mj-cs"/>
                <a:sym typeface="IBM Plex Sans Light"/>
              </a:rPr>
              <a:t>to</a:t>
            </a:r>
            <a:r>
              <a:rPr lang="en-US" sz="2400" kern="0" dirty="0">
                <a:solidFill>
                  <a:schemeClr val="tx2"/>
                </a:solidFill>
                <a:latin typeface="+mn-lt"/>
                <a:ea typeface="+mj-ea"/>
                <a:cs typeface="+mj-cs"/>
                <a:sym typeface="IBM Plex Sans Light"/>
              </a:rPr>
              <a:t> help customers modernize, optimize and augment their data warehouse and/or their data lake, while providing the data foundation for new AI workloads at scale.  Multiple query engines and storage tiers, built-in governance and automation, and hybrid-cloud deployment models are the key technical differentiators.</a:t>
            </a:r>
            <a:endParaRPr lang="en-US" sz="2400" kern="0" dirty="0">
              <a:solidFill>
                <a:schemeClr val="tx2"/>
              </a:solidFill>
              <a:latin typeface="+mn-lt"/>
              <a:ea typeface="+mj-ea"/>
              <a:cs typeface="+mj-cs"/>
            </a:endParaRPr>
          </a:p>
          <a:p>
            <a:pPr defTabSz="914377">
              <a:defRPr/>
            </a:pPr>
            <a:endParaRPr lang="en-US" sz="2000" dirty="0">
              <a:solidFill>
                <a:srgbClr val="222426"/>
              </a:solidFill>
              <a:latin typeface="+mj-lt"/>
            </a:endParaRPr>
          </a:p>
        </p:txBody>
      </p:sp>
      <p:pic>
        <p:nvPicPr>
          <p:cNvPr id="15" name="Graphic 14">
            <a:extLst>
              <a:ext uri="{FF2B5EF4-FFF2-40B4-BE49-F238E27FC236}">
                <a16:creationId xmlns:a16="http://schemas.microsoft.com/office/drawing/2014/main" id="{D324BDE8-26A2-4B18-F347-9386056E891A}"/>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913089" y="3260662"/>
            <a:ext cx="999152" cy="999150"/>
          </a:xfrm>
          <a:prstGeom prst="rect">
            <a:avLst/>
          </a:prstGeom>
        </p:spPr>
      </p:pic>
      <p:pic>
        <p:nvPicPr>
          <p:cNvPr id="19" name="Graphic 18">
            <a:extLst>
              <a:ext uri="{FF2B5EF4-FFF2-40B4-BE49-F238E27FC236}">
                <a16:creationId xmlns:a16="http://schemas.microsoft.com/office/drawing/2014/main" id="{ED6141A9-AE73-A2F8-BD4F-9CD588F2FC45}"/>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5808035" y="3253874"/>
            <a:ext cx="999150" cy="999150"/>
          </a:xfrm>
          <a:prstGeom prst="rect">
            <a:avLst/>
          </a:prstGeom>
        </p:spPr>
      </p:pic>
      <p:pic>
        <p:nvPicPr>
          <p:cNvPr id="20" name="Graphic 19">
            <a:extLst>
              <a:ext uri="{FF2B5EF4-FFF2-40B4-BE49-F238E27FC236}">
                <a16:creationId xmlns:a16="http://schemas.microsoft.com/office/drawing/2014/main" id="{96A6DE87-81B0-7D64-C21D-EF47CCACD7C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401185" y="3258911"/>
            <a:ext cx="999147" cy="999147"/>
          </a:xfrm>
          <a:prstGeom prst="rect">
            <a:avLst/>
          </a:prstGeom>
        </p:spPr>
      </p:pic>
      <p:sp>
        <p:nvSpPr>
          <p:cNvPr id="21" name="TextBox 20">
            <a:extLst>
              <a:ext uri="{FF2B5EF4-FFF2-40B4-BE49-F238E27FC236}">
                <a16:creationId xmlns:a16="http://schemas.microsoft.com/office/drawing/2014/main" id="{A3EAFB9E-E6CC-0D12-B649-D8AFBE5F4B1A}"/>
              </a:ext>
            </a:extLst>
          </p:cNvPr>
          <p:cNvSpPr txBox="1"/>
          <p:nvPr/>
        </p:nvSpPr>
        <p:spPr>
          <a:xfrm>
            <a:off x="1071998" y="4488167"/>
            <a:ext cx="2723672" cy="1754326"/>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marL="23217" algn="ctr" defTabSz="257237"/>
            <a:r>
              <a:rPr lang="en-US" sz="1800" b="1" dirty="0">
                <a:solidFill>
                  <a:srgbClr val="000000"/>
                </a:solidFill>
              </a:rPr>
              <a:t>Reduce the cost of your data warehouse by up to  50% through workload optimization across query engines and storage tiers</a:t>
            </a:r>
          </a:p>
        </p:txBody>
      </p:sp>
      <p:sp>
        <p:nvSpPr>
          <p:cNvPr id="22" name="TextBox 21">
            <a:extLst>
              <a:ext uri="{FF2B5EF4-FFF2-40B4-BE49-F238E27FC236}">
                <a16:creationId xmlns:a16="http://schemas.microsoft.com/office/drawing/2014/main" id="{CE893A04-8115-37C9-C42C-55D708D8D098}"/>
              </a:ext>
            </a:extLst>
          </p:cNvPr>
          <p:cNvSpPr txBox="1"/>
          <p:nvPr/>
        </p:nvSpPr>
        <p:spPr>
          <a:xfrm>
            <a:off x="5034874" y="4558978"/>
            <a:ext cx="2500342" cy="1477328"/>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91440" tIns="45720" rIns="91440" bIns="45720" anchor="t">
            <a:spAutoFit/>
          </a:bodyPr>
          <a:lstStyle/>
          <a:p>
            <a:pPr marL="22860" algn="ctr" defTabSz="257237"/>
            <a:r>
              <a:rPr lang="en-US" sz="1800" b="1" dirty="0">
                <a:solidFill>
                  <a:srgbClr val="000000"/>
                </a:solidFill>
              </a:rPr>
              <a:t>Access all your data through a single point of entry across all clouds and on-prem environments</a:t>
            </a:r>
            <a:endParaRPr lang="en-US"/>
          </a:p>
        </p:txBody>
      </p:sp>
      <p:sp>
        <p:nvSpPr>
          <p:cNvPr id="23" name="TextBox 22">
            <a:extLst>
              <a:ext uri="{FF2B5EF4-FFF2-40B4-BE49-F238E27FC236}">
                <a16:creationId xmlns:a16="http://schemas.microsoft.com/office/drawing/2014/main" id="{51F1FE38-B1BF-59F3-67E5-C5A87E6657C0}"/>
              </a:ext>
            </a:extLst>
          </p:cNvPr>
          <p:cNvSpPr txBox="1"/>
          <p:nvPr/>
        </p:nvSpPr>
        <p:spPr>
          <a:xfrm>
            <a:off x="8555868" y="4551667"/>
            <a:ext cx="2689780" cy="923330"/>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91440" tIns="45720" rIns="91440" bIns="45720" anchor="t">
            <a:spAutoFit/>
          </a:bodyPr>
          <a:lstStyle/>
          <a:p>
            <a:pPr algn="ctr" defTabSz="914400"/>
            <a:r>
              <a:rPr lang="en-US" sz="1800" b="1" dirty="0">
                <a:solidFill>
                  <a:srgbClr val="000000"/>
                </a:solidFill>
                <a:ea typeface="Calibri" panose="020F0502020204030204" pitchFamily="34" charset="0"/>
                <a:cs typeface="Times New Roman"/>
              </a:rPr>
              <a:t>Get started in minutes with built-in governance, security and automation</a:t>
            </a:r>
          </a:p>
        </p:txBody>
      </p:sp>
      <p:sp>
        <p:nvSpPr>
          <p:cNvPr id="10" name="TextBox 9">
            <a:extLst>
              <a:ext uri="{FF2B5EF4-FFF2-40B4-BE49-F238E27FC236}">
                <a16:creationId xmlns:a16="http://schemas.microsoft.com/office/drawing/2014/main" id="{22FF11E3-633D-E552-7E91-A4F59C32D727}"/>
              </a:ext>
            </a:extLst>
          </p:cNvPr>
          <p:cNvSpPr txBox="1"/>
          <p:nvPr/>
        </p:nvSpPr>
        <p:spPr>
          <a:xfrm>
            <a:off x="1071998" y="2244500"/>
            <a:ext cx="9878936" cy="523220"/>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40" tIns="45720" rIns="91440" bIns="45720" anchor="t">
            <a:spAutoFit/>
          </a:bodyPr>
          <a:lstStyle/>
          <a:p>
            <a:pPr marL="22860" algn="ctr" defTabSz="257237"/>
            <a:r>
              <a:rPr lang="en-US" sz="2800" b="1" dirty="0">
                <a:solidFill>
                  <a:srgbClr val="000000"/>
                </a:solidFill>
              </a:rPr>
              <a:t>Store, manage, enrich, and access all your data for AI</a:t>
            </a:r>
            <a:endParaRPr lang="en-US" sz="2800" b="1" dirty="0"/>
          </a:p>
        </p:txBody>
      </p:sp>
    </p:spTree>
    <p:extLst>
      <p:ext uri="{BB962C8B-B14F-4D97-AF65-F5344CB8AC3E}">
        <p14:creationId xmlns:p14="http://schemas.microsoft.com/office/powerpoint/2010/main" val="3401836006"/>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97F58CB-D18B-1433-2D70-7F22BD86D44E}"/>
              </a:ext>
            </a:extLst>
          </p:cNvPr>
          <p:cNvSpPr/>
          <p:nvPr/>
        </p:nvSpPr>
        <p:spPr bwMode="auto">
          <a:xfrm>
            <a:off x="0" y="0"/>
            <a:ext cx="12176462" cy="6345198"/>
          </a:xfrm>
          <a:prstGeom prst="rect">
            <a:avLst/>
          </a:prstGeom>
          <a:solidFill>
            <a:schemeClr val="accent1">
              <a:lumMod val="20000"/>
              <a:lumOff val="80000"/>
              <a:alpha val="8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9" name="Title 11">
            <a:extLst>
              <a:ext uri="{FF2B5EF4-FFF2-40B4-BE49-F238E27FC236}">
                <a16:creationId xmlns:a16="http://schemas.microsoft.com/office/drawing/2014/main" id="{C28FA85F-834D-6F96-3719-1C5B9CF91E49}"/>
              </a:ext>
            </a:extLst>
          </p:cNvPr>
          <p:cNvSpPr>
            <a:spLocks noGrp="1"/>
          </p:cNvSpPr>
          <p:nvPr>
            <p:ph type="title"/>
          </p:nvPr>
        </p:nvSpPr>
        <p:spPr>
          <a:xfrm>
            <a:off x="565151" y="573988"/>
            <a:ext cx="11199793" cy="3413126"/>
          </a:xfrm>
        </p:spPr>
        <p:txBody>
          <a:bodyPr lIns="0" tIns="0" rIns="0" bIns="0" anchor="t"/>
          <a:lstStyle/>
          <a:p>
            <a:r>
              <a:rPr lang="en-US" sz="6000" b="1" i="0" dirty="0">
                <a:effectLst/>
                <a:latin typeface="IBM Plex Sans"/>
              </a:rPr>
              <a:t>watson</a:t>
            </a:r>
            <a:r>
              <a:rPr lang="en-US" sz="6000" b="1" i="0" dirty="0">
                <a:solidFill>
                  <a:schemeClr val="accent1"/>
                </a:solidFill>
                <a:effectLst/>
                <a:latin typeface="IBM Plex Sans"/>
              </a:rPr>
              <a:t>x</a:t>
            </a:r>
            <a:r>
              <a:rPr lang="en-US" sz="6000" b="1" i="0" dirty="0">
                <a:solidFill>
                  <a:schemeClr val="tx1"/>
                </a:solidFill>
                <a:effectLst/>
                <a:latin typeface="IBM Plex Sans"/>
              </a:rPr>
              <a:t>.</a:t>
            </a:r>
            <a:r>
              <a:rPr lang="en-US" sz="6000" b="1" dirty="0">
                <a:solidFill>
                  <a:schemeClr val="tx1"/>
                </a:solidFill>
                <a:latin typeface="IBM Plex Sans"/>
              </a:rPr>
              <a:t>governance</a:t>
            </a:r>
            <a:br>
              <a:rPr lang="en-US" sz="4400" dirty="0">
                <a:effectLst/>
              </a:rPr>
            </a:br>
            <a:r>
              <a:rPr lang="en-US" dirty="0"/>
              <a:t>Toolkit that enables responsible, transparent and explainable  workflows across the </a:t>
            </a:r>
            <a:r>
              <a:rPr lang="en-US" dirty="0">
                <a:solidFill>
                  <a:srgbClr val="1D1C1D"/>
                </a:solidFill>
              </a:rPr>
              <a:t>AI lifecycle </a:t>
            </a:r>
            <a:br>
              <a:rPr lang="en-US" sz="3600" kern="1200" dirty="0">
                <a:ea typeface="+mn-ea"/>
                <a:cs typeface="+mn-cs"/>
              </a:rPr>
            </a:br>
            <a:br>
              <a:rPr lang="en-US" sz="4000" kern="1200" dirty="0">
                <a:ea typeface="+mn-ea"/>
                <a:cs typeface="+mn-cs"/>
              </a:rPr>
            </a:br>
            <a:br>
              <a:rPr lang="en-US" sz="4400" dirty="0">
                <a:effectLst/>
              </a:rPr>
            </a:br>
            <a:endParaRPr lang="en-US" sz="4400" dirty="0">
              <a:effectLst/>
            </a:endParaRPr>
          </a:p>
        </p:txBody>
      </p:sp>
      <p:cxnSp>
        <p:nvCxnSpPr>
          <p:cNvPr id="5" name="Straight Connector 4">
            <a:extLst>
              <a:ext uri="{FF2B5EF4-FFF2-40B4-BE49-F238E27FC236}">
                <a16:creationId xmlns:a16="http://schemas.microsoft.com/office/drawing/2014/main" id="{23115172-AC44-AB35-2287-20EB37152EA5}"/>
              </a:ext>
            </a:extLst>
          </p:cNvPr>
          <p:cNvCxnSpPr>
            <a:cxnSpLocks/>
          </p:cNvCxnSpPr>
          <p:nvPr/>
        </p:nvCxnSpPr>
        <p:spPr bwMode="auto">
          <a:xfrm flipV="1">
            <a:off x="351673" y="6356863"/>
            <a:ext cx="23569588" cy="4579"/>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585166FB-69EB-51CC-DE01-C8A6F1F3432D}"/>
              </a:ext>
            </a:extLst>
          </p:cNvPr>
          <p:cNvCxnSpPr>
            <a:cxnSpLocks/>
          </p:cNvCxnSpPr>
          <p:nvPr/>
        </p:nvCxnSpPr>
        <p:spPr bwMode="auto">
          <a:xfrm>
            <a:off x="4483047" y="6350578"/>
            <a:ext cx="25401" cy="697452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57FEB7FF-A0F0-373B-5BC8-B5025053414E}"/>
              </a:ext>
            </a:extLst>
          </p:cNvPr>
          <p:cNvCxnSpPr>
            <a:cxnSpLocks/>
          </p:cNvCxnSpPr>
          <p:nvPr/>
        </p:nvCxnSpPr>
        <p:spPr bwMode="auto">
          <a:xfrm>
            <a:off x="12174083" y="426394"/>
            <a:ext cx="0" cy="1290684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875B137A-6834-3CE6-4DDF-8CDAABB8E4D7}"/>
              </a:ext>
            </a:extLst>
          </p:cNvPr>
          <p:cNvCxnSpPr>
            <a:cxnSpLocks/>
          </p:cNvCxnSpPr>
          <p:nvPr/>
        </p:nvCxnSpPr>
        <p:spPr bwMode="auto">
          <a:xfrm>
            <a:off x="18304328" y="426394"/>
            <a:ext cx="0" cy="1290684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3629DDAA-845E-631B-3AB8-D1169D3F8D5C}"/>
              </a:ext>
            </a:extLst>
          </p:cNvPr>
          <p:cNvSpPr txBox="1"/>
          <p:nvPr/>
        </p:nvSpPr>
        <p:spPr>
          <a:xfrm>
            <a:off x="24371058" y="12739104"/>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18" name="Text Placeholder 18">
            <a:extLst>
              <a:ext uri="{FF2B5EF4-FFF2-40B4-BE49-F238E27FC236}">
                <a16:creationId xmlns:a16="http://schemas.microsoft.com/office/drawing/2014/main" id="{58FD3FE1-ED56-CADF-DC81-8BFF5E9EADCC}"/>
              </a:ext>
            </a:extLst>
          </p:cNvPr>
          <p:cNvSpPr txBox="1">
            <a:spLocks/>
          </p:cNvSpPr>
          <p:nvPr/>
        </p:nvSpPr>
        <p:spPr>
          <a:xfrm>
            <a:off x="12587839" y="434170"/>
            <a:ext cx="5515192" cy="6114990"/>
          </a:xfrm>
          <a:prstGeom prst="rect">
            <a:avLst/>
          </a:prstGeom>
        </p:spPr>
        <p:txBody>
          <a:bodyPr lIns="91440" tIns="45720" rIns="91440" bIns="45720" anchor="t"/>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4000" kern="0" dirty="0">
                <a:solidFill>
                  <a:srgbClr val="000000"/>
                </a:solidFill>
                <a:latin typeface="+mn-lt"/>
              </a:rPr>
              <a:t>Elevator</a:t>
            </a:r>
            <a:r>
              <a:rPr lang="en-US" sz="4000" b="1" kern="0" dirty="0">
                <a:solidFill>
                  <a:srgbClr val="000000"/>
                </a:solidFill>
              </a:rPr>
              <a:t> </a:t>
            </a:r>
            <a:r>
              <a:rPr lang="en-US" sz="4000" kern="0" dirty="0">
                <a:solidFill>
                  <a:srgbClr val="000000"/>
                </a:solidFill>
                <a:latin typeface="+mn-lt"/>
              </a:rPr>
              <a:t>Pitch</a:t>
            </a:r>
          </a:p>
          <a:p>
            <a:pPr>
              <a:lnSpc>
                <a:spcPct val="100000"/>
              </a:lnSpc>
            </a:pPr>
            <a:endParaRPr lang="en-US" sz="2800" kern="0" dirty="0">
              <a:ea typeface="+mj-lt"/>
              <a:cs typeface="+mj-lt"/>
            </a:endParaRPr>
          </a:p>
          <a:p>
            <a:pPr>
              <a:lnSpc>
                <a:spcPct val="100000"/>
              </a:lnSpc>
            </a:pPr>
            <a:r>
              <a:rPr lang="en-US" sz="2800" b="1" kern="0" dirty="0">
                <a:latin typeface="+mn-lt"/>
              </a:rPr>
              <a:t>Watson</a:t>
            </a:r>
            <a:r>
              <a:rPr lang="en-US" sz="2800" b="1" kern="0" dirty="0">
                <a:solidFill>
                  <a:srgbClr val="0F62FE"/>
                </a:solidFill>
                <a:latin typeface="+mn-lt"/>
              </a:rPr>
              <a:t>x</a:t>
            </a:r>
            <a:r>
              <a:rPr lang="en-US" sz="2800" b="1" kern="0" dirty="0">
                <a:latin typeface="+mn-lt"/>
              </a:rPr>
              <a:t>.governance</a:t>
            </a:r>
            <a:r>
              <a:rPr lang="en-US" sz="2800" b="1" kern="0" dirty="0">
                <a:solidFill>
                  <a:srgbClr val="0F62FE"/>
                </a:solidFill>
                <a:latin typeface="+mn-lt"/>
              </a:rPr>
              <a:t> </a:t>
            </a:r>
            <a:r>
              <a:rPr lang="en-US" sz="2800" kern="0" dirty="0">
                <a:latin typeface="+mn-lt"/>
              </a:rPr>
              <a:t>is a next-generation enterprise toolkit designed to automate and accelerate workloads across the AI lifecycle while providing risk management and </a:t>
            </a:r>
            <a:r>
              <a:rPr lang="en-US" sz="2800" kern="0" dirty="0">
                <a:ea typeface="+mj-lt"/>
                <a:cs typeface="+mj-lt"/>
              </a:rPr>
              <a:t>facilitating </a:t>
            </a:r>
            <a:r>
              <a:rPr lang="en-US" sz="2800" kern="0" dirty="0">
                <a:latin typeface="+mn-lt"/>
              </a:rPr>
              <a:t>regulatory compliance.  </a:t>
            </a:r>
            <a:endParaRPr lang="en-US" sz="2800" dirty="0"/>
          </a:p>
          <a:p>
            <a:endParaRPr lang="en-US" sz="1800" kern="0" dirty="0">
              <a:latin typeface="+mn-lt"/>
            </a:endParaRPr>
          </a:p>
        </p:txBody>
      </p:sp>
      <p:sp>
        <p:nvSpPr>
          <p:cNvPr id="35" name="TextBox 34">
            <a:extLst>
              <a:ext uri="{FF2B5EF4-FFF2-40B4-BE49-F238E27FC236}">
                <a16:creationId xmlns:a16="http://schemas.microsoft.com/office/drawing/2014/main" id="{79E7F93F-9D9C-20F5-176D-E8DE525F2291}"/>
              </a:ext>
            </a:extLst>
          </p:cNvPr>
          <p:cNvSpPr txBox="1"/>
          <p:nvPr/>
        </p:nvSpPr>
        <p:spPr>
          <a:xfrm>
            <a:off x="10287000" y="13033037"/>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36" name="TextBox 35">
            <a:extLst>
              <a:ext uri="{FF2B5EF4-FFF2-40B4-BE49-F238E27FC236}">
                <a16:creationId xmlns:a16="http://schemas.microsoft.com/office/drawing/2014/main" id="{C3F82426-72F6-D2F5-FEEB-B74748A74AD3}"/>
              </a:ext>
            </a:extLst>
          </p:cNvPr>
          <p:cNvSpPr txBox="1"/>
          <p:nvPr/>
        </p:nvSpPr>
        <p:spPr>
          <a:xfrm>
            <a:off x="22696714" y="4833257"/>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algn="l" defTabSz="2438400">
              <a:spcBef>
                <a:spcPts val="2900"/>
              </a:spcBef>
              <a:buSzPct val="100000"/>
            </a:pPr>
            <a:endParaRPr lang="en-US" kern="0" dirty="0">
              <a:solidFill>
                <a:srgbClr val="000000"/>
              </a:solidFill>
              <a:ea typeface="+mj-ea"/>
              <a:cs typeface="+mj-cs"/>
              <a:sym typeface="IBM Plex Sans Light"/>
            </a:endParaRPr>
          </a:p>
        </p:txBody>
      </p:sp>
      <p:sp>
        <p:nvSpPr>
          <p:cNvPr id="28" name="Text Placeholder 17">
            <a:extLst>
              <a:ext uri="{FF2B5EF4-FFF2-40B4-BE49-F238E27FC236}">
                <a16:creationId xmlns:a16="http://schemas.microsoft.com/office/drawing/2014/main" id="{C313B600-30E7-2E43-5FD8-747EDD4A7D1A}"/>
              </a:ext>
            </a:extLst>
          </p:cNvPr>
          <p:cNvSpPr txBox="1">
            <a:spLocks/>
          </p:cNvSpPr>
          <p:nvPr/>
        </p:nvSpPr>
        <p:spPr>
          <a:xfrm>
            <a:off x="4903542" y="6685098"/>
            <a:ext cx="6946491" cy="2897570"/>
          </a:xfrm>
          <a:prstGeom prst="rect">
            <a:avLst/>
          </a:prstGeom>
        </p:spPr>
        <p:txBody>
          <a:bodyPr lIns="91440" tIns="45720" rIns="91440" bIns="45720" anchor="t"/>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4000" kern="0" dirty="0">
                <a:solidFill>
                  <a:srgbClr val="000000"/>
                </a:solidFill>
                <a:latin typeface="+mn-lt"/>
              </a:rPr>
              <a:t>Solution Value </a:t>
            </a:r>
          </a:p>
          <a:p>
            <a:pPr fontAlgn="base">
              <a:lnSpc>
                <a:spcPct val="107000"/>
              </a:lnSpc>
            </a:pPr>
            <a:endParaRPr lang="en-US" sz="1000" dirty="0">
              <a:effectLst/>
              <a:latin typeface="IBM Plex Sans Light"/>
              <a:ea typeface="Calibri" panose="020F0502020204030204" pitchFamily="34" charset="0"/>
              <a:cs typeface="Times New Roman"/>
            </a:endParaRPr>
          </a:p>
          <a:p>
            <a:pPr fontAlgn="base">
              <a:lnSpc>
                <a:spcPct val="107000"/>
              </a:lnSpc>
            </a:pPr>
            <a:r>
              <a:rPr lang="en-US" sz="2400" kern="0" dirty="0">
                <a:latin typeface="+mn-lt"/>
                <a:ea typeface="+mn-ea"/>
                <a:cs typeface="+mn-cs"/>
              </a:rPr>
              <a:t>There is a growing need to proactively drive fair, ethical decisions and comply with current laws and regulations: </a:t>
            </a:r>
            <a:r>
              <a:rPr lang="en-US" sz="2200" dirty="0">
                <a:latin typeface="IBM Plex Arabic Light"/>
                <a:ea typeface="Calibri" panose="020F0502020204030204" pitchFamily="34" charset="0"/>
                <a:cs typeface="Times New Roman"/>
              </a:rPr>
              <a:t> </a:t>
            </a:r>
            <a:endParaRPr lang="en-US" sz="2200" dirty="0">
              <a:effectLst/>
              <a:latin typeface="IBM Plex Arabic Light"/>
              <a:ea typeface="Calibri" panose="020F0502020204030204" pitchFamily="34" charset="0"/>
              <a:cs typeface="Times New Roman" panose="02020603050405020304" pitchFamily="18" charset="0"/>
            </a:endParaRPr>
          </a:p>
          <a:p>
            <a:pPr marL="342900" lvl="1" indent="-342900" defTabSz="1829379">
              <a:spcBef>
                <a:spcPts val="450"/>
              </a:spcBef>
              <a:buClr>
                <a:schemeClr val="accent1"/>
              </a:buClr>
              <a:buFont typeface="Arial" panose="020B0604020202020204" pitchFamily="34" charset="0"/>
              <a:buChar char="•"/>
              <a:defRPr/>
            </a:pPr>
            <a:r>
              <a:rPr lang="en-US" sz="2000" kern="0" dirty="0">
                <a:latin typeface="+mn-lt"/>
                <a:ea typeface="+mn-ea"/>
                <a:cs typeface="+mn-cs"/>
              </a:rPr>
              <a:t>Manage risk and reputation -. Organizations need to protect individuals’ privacy and drive trust. Incorrect or biased actions based on faulty data or assumptions, can result in lawsuits, and customer, stakeholder, </a:t>
            </a:r>
            <a:r>
              <a:rPr lang="en-US" sz="2000" kern="0" dirty="0">
                <a:ea typeface="+mj-lt"/>
                <a:cs typeface="+mj-lt"/>
              </a:rPr>
              <a:t>result in </a:t>
            </a:r>
            <a:r>
              <a:rPr lang="en-US" sz="2000" kern="0" dirty="0">
                <a:latin typeface="+mn-lt"/>
                <a:ea typeface="+mn-ea"/>
                <a:cs typeface="+mn-cs"/>
              </a:rPr>
              <a:t>stockholder and employee mistrust. </a:t>
            </a:r>
          </a:p>
          <a:p>
            <a:pPr marL="342900" lvl="1" indent="-342900" defTabSz="1829379">
              <a:spcBef>
                <a:spcPts val="450"/>
              </a:spcBef>
              <a:buClr>
                <a:schemeClr val="accent1"/>
              </a:buClr>
              <a:buFont typeface="Arial" panose="020B0604020202020204" pitchFamily="34" charset="0"/>
              <a:buChar char="•"/>
              <a:defRPr/>
            </a:pPr>
            <a:r>
              <a:rPr lang="en-IN" sz="2000" kern="0" dirty="0">
                <a:latin typeface="+mn-lt"/>
                <a:ea typeface="+mn-ea"/>
                <a:cs typeface="+mn-cs"/>
              </a:rPr>
              <a:t> Adhere to ethical principles. The importance of driving ethical decisions, not favouring one group over another, requires building in fairness and detecting bias during data acquisition, building, deploying and monitoring models. </a:t>
            </a:r>
            <a:r>
              <a:rPr lang="en-US" sz="2000" kern="0" dirty="0">
                <a:latin typeface="+mn-lt"/>
                <a:ea typeface="+mn-ea"/>
                <a:cs typeface="+mn-cs"/>
              </a:rPr>
              <a:t> </a:t>
            </a:r>
          </a:p>
          <a:p>
            <a:pPr marL="342900" lvl="1" indent="-342900" defTabSz="1829379">
              <a:spcBef>
                <a:spcPts val="450"/>
              </a:spcBef>
              <a:buClr>
                <a:schemeClr val="accent1"/>
              </a:buClr>
              <a:buFont typeface="Arial" panose="020B0604020202020204" pitchFamily="34" charset="0"/>
              <a:buChar char="•"/>
              <a:defRPr/>
            </a:pPr>
            <a:r>
              <a:rPr lang="en-US" sz="2000" kern="0" dirty="0">
                <a:latin typeface="+mn-lt"/>
                <a:ea typeface="+mn-ea"/>
                <a:cs typeface="+mn-cs"/>
              </a:rPr>
              <a:t>Protect and scale against government regulations - AI regulations are growing and </a:t>
            </a:r>
            <a:r>
              <a:rPr lang="en-US" sz="2000" kern="0" dirty="0">
                <a:ea typeface="+mj-lt"/>
                <a:cs typeface="+mj-lt"/>
              </a:rPr>
              <a:t>being proposed and amended </a:t>
            </a:r>
            <a:r>
              <a:rPr lang="en-US" sz="2000" kern="0" dirty="0">
                <a:latin typeface="+mn-lt"/>
                <a:ea typeface="+mn-ea"/>
                <a:cs typeface="+mn-cs"/>
              </a:rPr>
              <a:t>at a rapid pace and noncompliance can lead to costly audits, fines and negative press.  </a:t>
            </a:r>
          </a:p>
          <a:p>
            <a:pPr marL="342900" lvl="1" indent="-342900" defTabSz="1829379">
              <a:spcBef>
                <a:spcPts val="450"/>
              </a:spcBef>
              <a:buClr>
                <a:schemeClr val="accent1"/>
              </a:buClr>
              <a:buFont typeface="Arial" panose="020B0604020202020204" pitchFamily="34" charset="0"/>
              <a:buChar char="•"/>
              <a:defRPr/>
            </a:pPr>
            <a:endParaRPr lang="en-US" sz="2000" kern="0" dirty="0">
              <a:latin typeface="+mn-lt"/>
              <a:ea typeface="+mn-ea"/>
              <a:cs typeface="+mn-cs"/>
            </a:endParaRPr>
          </a:p>
          <a:p>
            <a:pPr marL="342900" lvl="1" indent="-342900" defTabSz="1829379">
              <a:spcBef>
                <a:spcPts val="450"/>
              </a:spcBef>
              <a:buClr>
                <a:schemeClr val="accent1"/>
              </a:buClr>
              <a:buFont typeface="Arial" panose="020B0604020202020204" pitchFamily="34" charset="0"/>
              <a:buChar char="•"/>
              <a:defRPr/>
            </a:pPr>
            <a:endParaRPr lang="en-US" sz="2000" kern="0" dirty="0">
              <a:latin typeface="+mn-lt"/>
              <a:ea typeface="+mn-ea"/>
              <a:cs typeface="+mn-cs"/>
            </a:endParaRPr>
          </a:p>
          <a:p>
            <a:pPr marL="342900" lvl="1" indent="-342900" defTabSz="1829379">
              <a:spcBef>
                <a:spcPts val="450"/>
              </a:spcBef>
              <a:buClr>
                <a:schemeClr val="accent1"/>
              </a:buClr>
              <a:buFont typeface="Arial" panose="020B0604020202020204" pitchFamily="34" charset="0"/>
              <a:buChar char="•"/>
              <a:defRPr/>
            </a:pPr>
            <a:endParaRPr lang="en-US" sz="2000" kern="0" dirty="0">
              <a:latin typeface="+mn-lt"/>
              <a:ea typeface="+mn-ea"/>
              <a:cs typeface="+mn-cs"/>
            </a:endParaRPr>
          </a:p>
        </p:txBody>
      </p:sp>
      <p:sp>
        <p:nvSpPr>
          <p:cNvPr id="2" name="Footer Placeholder 11">
            <a:extLst>
              <a:ext uri="{FF2B5EF4-FFF2-40B4-BE49-F238E27FC236}">
                <a16:creationId xmlns:a16="http://schemas.microsoft.com/office/drawing/2014/main" id="{0473F869-B657-3E63-C164-165207B5A241}"/>
              </a:ext>
            </a:extLst>
          </p:cNvPr>
          <p:cNvSpPr txBox="1">
            <a:spLocks/>
          </p:cNvSpPr>
          <p:nvPr/>
        </p:nvSpPr>
        <p:spPr>
          <a:xfrm>
            <a:off x="487744" y="13493751"/>
            <a:ext cx="5486313" cy="222249"/>
          </a:xfrm>
          <a:prstGeom prst="rect">
            <a:avLst/>
          </a:prstGeom>
        </p:spPr>
        <p:txBody>
          <a:bodyPr vert="horz" lIns="0" tIns="0" rIns="0" bIns="0" rtlCol="0" anchor="ctr"/>
          <a:lstStyle>
            <a:defPPr>
              <a:defRPr lang="en-US"/>
            </a:defPPr>
            <a:lvl1pPr marL="0" marR="0" indent="0" algn="l" defTabSz="913729" rtl="0" eaLnBrk="1" fontAlgn="auto" latinLnBrk="0" hangingPunct="1">
              <a:lnSpc>
                <a:spcPct val="100000"/>
              </a:lnSpc>
              <a:spcBef>
                <a:spcPts val="0"/>
              </a:spcBef>
              <a:spcAft>
                <a:spcPts val="0"/>
              </a:spcAft>
              <a:buClrTx/>
              <a:buSzTx/>
              <a:buFontTx/>
              <a:buNone/>
              <a:tabLst/>
              <a:defRPr sz="799"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29" rtl="0" eaLnBrk="1" fontAlgn="auto" latinLnBrk="0" hangingPunct="1">
              <a:lnSpc>
                <a:spcPct val="100000"/>
              </a:lnSpc>
              <a:spcBef>
                <a:spcPts val="0"/>
              </a:spcBef>
              <a:spcAft>
                <a:spcPts val="0"/>
              </a:spcAft>
              <a:buClrTx/>
              <a:buSzTx/>
              <a:buFontTx/>
              <a:buNone/>
              <a:tabLst/>
              <a:defRPr/>
            </a:pPr>
            <a:r>
              <a:rPr kumimoji="0" lang="en-US" sz="799" b="0" i="0" u="none" strike="noStrike" kern="1200" cap="none" spc="0" normalizeH="0" baseline="0" noProof="0" dirty="0">
                <a:ln>
                  <a:noFill/>
                </a:ln>
                <a:solidFill>
                  <a:srgbClr val="000000"/>
                </a:solidFill>
                <a:effectLst/>
                <a:uLnTx/>
                <a:uFillTx/>
                <a:latin typeface="IBM Plex Sans Light"/>
                <a:ea typeface="+mn-ea"/>
                <a:cs typeface="+mn-cs"/>
              </a:rPr>
              <a:t>IBM Data and AI / © 2023 IBM Corporation</a:t>
            </a:r>
          </a:p>
        </p:txBody>
      </p:sp>
      <p:sp>
        <p:nvSpPr>
          <p:cNvPr id="4" name="Text Placeholder 15">
            <a:extLst>
              <a:ext uri="{FF2B5EF4-FFF2-40B4-BE49-F238E27FC236}">
                <a16:creationId xmlns:a16="http://schemas.microsoft.com/office/drawing/2014/main" id="{F63C9AA6-1500-640B-8BC7-164582EF11B3}"/>
              </a:ext>
            </a:extLst>
          </p:cNvPr>
          <p:cNvSpPr txBox="1">
            <a:spLocks/>
          </p:cNvSpPr>
          <p:nvPr/>
        </p:nvSpPr>
        <p:spPr>
          <a:xfrm>
            <a:off x="18719112" y="432086"/>
            <a:ext cx="5203689" cy="5905458"/>
          </a:xfrm>
          <a:prstGeom prst="rect">
            <a:avLst/>
          </a:prstGeom>
        </p:spPr>
        <p:txBody>
          <a:bodyPr lIns="91440" tIns="45720" rIns="91440" bIns="45720" anchor="t"/>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4000" kern="0" dirty="0">
                <a:solidFill>
                  <a:srgbClr val="000000"/>
                </a:solidFill>
                <a:latin typeface="+mn-lt"/>
              </a:rPr>
              <a:t>Why IBM</a:t>
            </a:r>
          </a:p>
          <a:p>
            <a:pPr marL="342900" lvl="1" indent="-342900" defTabSz="1829379">
              <a:spcBef>
                <a:spcPts val="450"/>
              </a:spcBef>
              <a:buClr>
                <a:schemeClr val="accent1"/>
              </a:buClr>
              <a:buFont typeface="Arial" panose="020B0604020202020204" pitchFamily="34" charset="0"/>
              <a:buChar char="•"/>
              <a:defRPr/>
            </a:pPr>
            <a:endParaRPr lang="en-US" sz="2400" kern="0" dirty="0">
              <a:latin typeface="+mn-lt"/>
              <a:ea typeface="+mn-ea"/>
              <a:cs typeface="+mn-cs"/>
            </a:endParaRPr>
          </a:p>
          <a:p>
            <a:pPr marL="342900" lvl="1" indent="-342900" defTabSz="1829379">
              <a:spcBef>
                <a:spcPts val="450"/>
              </a:spcBef>
              <a:buClr>
                <a:schemeClr val="accent1"/>
              </a:buClr>
              <a:buFont typeface="Arial" panose="020B0604020202020204" pitchFamily="34" charset="0"/>
              <a:buChar char="•"/>
              <a:defRPr/>
            </a:pPr>
            <a:r>
              <a:rPr lang="en-US" sz="2400" kern="0" dirty="0">
                <a:latin typeface="+mn-lt"/>
                <a:ea typeface="+mn-ea"/>
                <a:cs typeface="+mn-cs"/>
              </a:rPr>
              <a:t>IBM address all three of the pillars (lifecycle governance, risk management and regulatory compliance)</a:t>
            </a:r>
          </a:p>
          <a:p>
            <a:pPr marL="342900" lvl="1" indent="-342900" defTabSz="1829379">
              <a:spcBef>
                <a:spcPts val="450"/>
              </a:spcBef>
              <a:buClr>
                <a:schemeClr val="accent1"/>
              </a:buClr>
              <a:buFont typeface="Arial" panose="020B0604020202020204" pitchFamily="34" charset="0"/>
              <a:buChar char="•"/>
              <a:defRPr/>
            </a:pPr>
            <a:r>
              <a:rPr lang="en-US" sz="2400" kern="0" dirty="0">
                <a:latin typeface="+mn-lt"/>
                <a:ea typeface="+mn-ea"/>
                <a:cs typeface="+mn-cs"/>
              </a:rPr>
              <a:t>IBM addresses people, process and technology, informed by our own internal efforts as client zero</a:t>
            </a:r>
          </a:p>
          <a:p>
            <a:pPr marL="342900" lvl="1" indent="-342900" defTabSz="1829379">
              <a:spcBef>
                <a:spcPts val="450"/>
              </a:spcBef>
              <a:buClr>
                <a:schemeClr val="accent1"/>
              </a:buClr>
              <a:buFont typeface="Arial" panose="020B0604020202020204" pitchFamily="34" charset="0"/>
              <a:buChar char="•"/>
              <a:defRPr/>
            </a:pPr>
            <a:r>
              <a:rPr lang="en-US" sz="2400" kern="0" dirty="0">
                <a:latin typeface="+mn-lt"/>
                <a:ea typeface="+mn-ea"/>
                <a:cs typeface="+mn-cs"/>
              </a:rPr>
              <a:t>IBM meets our customers where they are at while so supporting 3rd party tools and custom configurations </a:t>
            </a:r>
          </a:p>
          <a:p>
            <a:pPr marL="457200" indent="-457200">
              <a:buFont typeface="Arial" panose="020B0604020202020204" pitchFamily="34" charset="0"/>
              <a:buChar char="•"/>
            </a:pPr>
            <a:endParaRPr lang="en-US" sz="2000" dirty="0">
              <a:solidFill>
                <a:srgbClr val="000000"/>
              </a:solidFill>
              <a:latin typeface="IBM Plex Sans Light" panose="020B0403050203000203" pitchFamily="34" charset="0"/>
            </a:endParaRPr>
          </a:p>
          <a:p>
            <a:endParaRPr lang="en-US" sz="2000" kern="0" dirty="0">
              <a:solidFill>
                <a:srgbClr val="000000"/>
              </a:solidFill>
              <a:latin typeface="+mn-lt"/>
            </a:endParaRPr>
          </a:p>
        </p:txBody>
      </p:sp>
      <p:sp>
        <p:nvSpPr>
          <p:cNvPr id="17" name="Text Placeholder 13">
            <a:extLst>
              <a:ext uri="{FF2B5EF4-FFF2-40B4-BE49-F238E27FC236}">
                <a16:creationId xmlns:a16="http://schemas.microsoft.com/office/drawing/2014/main" id="{CE8A69A9-DC55-5CC6-DCEB-B398F895BF53}"/>
              </a:ext>
            </a:extLst>
          </p:cNvPr>
          <p:cNvSpPr txBox="1">
            <a:spLocks/>
          </p:cNvSpPr>
          <p:nvPr/>
        </p:nvSpPr>
        <p:spPr>
          <a:xfrm>
            <a:off x="18713601" y="6691054"/>
            <a:ext cx="4949491" cy="5853066"/>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defTabSz="914377">
              <a:defRPr/>
            </a:pPr>
            <a:r>
              <a:rPr lang="en-US" sz="4000" kern="0" dirty="0">
                <a:solidFill>
                  <a:srgbClr val="000000"/>
                </a:solidFill>
                <a:latin typeface="+mn-lt"/>
                <a:ea typeface="+mj-ea"/>
                <a:cs typeface="+mj-cs"/>
              </a:rPr>
              <a:t>More Info</a:t>
            </a:r>
          </a:p>
          <a:p>
            <a:pPr marL="342900" lvl="1" indent="-342900">
              <a:spcBef>
                <a:spcPts val="450"/>
              </a:spcBef>
              <a:buClr>
                <a:schemeClr val="accent1"/>
              </a:buClr>
              <a:buFont typeface="Arial" panose="020B0604020202020204" pitchFamily="34" charset="0"/>
              <a:buChar char="•"/>
              <a:defRPr/>
            </a:pPr>
            <a:r>
              <a:rPr lang="en-US" sz="2400" b="1" kern="0" dirty="0" err="1"/>
              <a:t>watson</a:t>
            </a:r>
            <a:r>
              <a:rPr lang="en-US" sz="2400" b="1" kern="0" dirty="0" err="1">
                <a:solidFill>
                  <a:schemeClr val="accent1"/>
                </a:solidFill>
              </a:rPr>
              <a:t>x</a:t>
            </a:r>
            <a:r>
              <a:rPr lang="en-US" sz="2400" b="1" kern="0" dirty="0" err="1"/>
              <a:t>.governance</a:t>
            </a:r>
            <a:r>
              <a:rPr lang="en-US" sz="2400" kern="0" dirty="0"/>
              <a:t> will GA in Q4, 2023. </a:t>
            </a:r>
          </a:p>
          <a:p>
            <a:pPr marL="342900" lvl="1" indent="-342900">
              <a:spcBef>
                <a:spcPts val="450"/>
              </a:spcBef>
              <a:buClr>
                <a:schemeClr val="accent1"/>
              </a:buClr>
              <a:buFont typeface="Arial" panose="020B0604020202020204" pitchFamily="34" charset="0"/>
              <a:buChar char="•"/>
              <a:defRPr/>
            </a:pPr>
            <a:r>
              <a:rPr lang="en-US" sz="2400" b="1" kern="0" dirty="0" err="1">
                <a:sym typeface="Arial"/>
              </a:rPr>
              <a:t>watson</a:t>
            </a:r>
            <a:r>
              <a:rPr lang="en-US" sz="2400" b="1" kern="0" dirty="0" err="1">
                <a:solidFill>
                  <a:schemeClr val="accent1"/>
                </a:solidFill>
              </a:rPr>
              <a:t>x</a:t>
            </a:r>
            <a:r>
              <a:rPr lang="en-US" sz="2400" b="1" kern="0" dirty="0" err="1"/>
              <a:t>.governance</a:t>
            </a:r>
            <a:r>
              <a:rPr lang="en-US" sz="2400" b="1" kern="0" dirty="0"/>
              <a:t> </a:t>
            </a:r>
            <a:r>
              <a:rPr lang="en-US" sz="2400" kern="0" dirty="0"/>
              <a:t>is applicable to any organization and/or industry that leverages AI and requires governance of AI workflows - this is a cross-industry solution</a:t>
            </a:r>
          </a:p>
          <a:p>
            <a:pPr marL="342900" lvl="1" indent="-342900">
              <a:spcBef>
                <a:spcPts val="450"/>
              </a:spcBef>
              <a:buClr>
                <a:schemeClr val="accent1"/>
              </a:buClr>
              <a:buFont typeface="Arial" panose="020B0604020202020204" pitchFamily="34" charset="0"/>
              <a:buChar char="•"/>
              <a:defRPr/>
            </a:pPr>
            <a:r>
              <a:rPr lang="en-US" sz="2400" b="1" dirty="0" err="1">
                <a:solidFill>
                  <a:srgbClr val="000000"/>
                </a:solidFill>
                <a:cs typeface="Arial"/>
                <a:sym typeface="Arial"/>
              </a:rPr>
              <a:t>watson</a:t>
            </a:r>
            <a:r>
              <a:rPr lang="en-US" sz="2400" b="1" dirty="0" err="1">
                <a:solidFill>
                  <a:srgbClr val="0F62FE"/>
                </a:solidFill>
                <a:cs typeface="Arial"/>
              </a:rPr>
              <a:t>x</a:t>
            </a:r>
            <a:r>
              <a:rPr lang="en-US" sz="2400" b="1" i="0" kern="1200" dirty="0" err="1">
                <a:effectLst/>
                <a:ea typeface="+mn-ea"/>
                <a:cs typeface="+mn-cs"/>
              </a:rPr>
              <a:t>.governance</a:t>
            </a:r>
            <a:r>
              <a:rPr lang="en-US" sz="2400" b="1" i="0" kern="1200" dirty="0">
                <a:solidFill>
                  <a:srgbClr val="0F62FE"/>
                </a:solidFill>
                <a:effectLst/>
                <a:ea typeface="+mn-ea"/>
                <a:cs typeface="+mn-cs"/>
              </a:rPr>
              <a:t> </a:t>
            </a:r>
            <a:r>
              <a:rPr lang="en-US" sz="2400" kern="0" dirty="0"/>
              <a:t>is sold and marketed as a comprehensive toolkit. While it includes Openpages, </a:t>
            </a:r>
            <a:r>
              <a:rPr lang="en-US" sz="2400" kern="0" dirty="0" err="1"/>
              <a:t>Openscale</a:t>
            </a:r>
            <a:r>
              <a:rPr lang="en-US" sz="2400" kern="0" dirty="0"/>
              <a:t> and Factsheets, it should be communicated to clients as </a:t>
            </a:r>
            <a:r>
              <a:rPr lang="en-US" sz="2400" b="1" kern="1200" dirty="0">
                <a:solidFill>
                  <a:srgbClr val="000000"/>
                </a:solidFill>
                <a:effectLst/>
                <a:ea typeface="+mn-ea"/>
                <a:cs typeface="Arial"/>
                <a:sym typeface="Arial"/>
              </a:rPr>
              <a:t>w</a:t>
            </a:r>
            <a:r>
              <a:rPr lang="en-US" sz="2400" b="1" dirty="0">
                <a:solidFill>
                  <a:srgbClr val="000000"/>
                </a:solidFill>
                <a:ea typeface="+mn-ea"/>
                <a:cs typeface="Arial"/>
                <a:sym typeface="Arial"/>
              </a:rPr>
              <a:t>atson</a:t>
            </a:r>
            <a:r>
              <a:rPr lang="en-US" sz="2400" b="1" dirty="0">
                <a:solidFill>
                  <a:srgbClr val="0F62FE"/>
                </a:solidFill>
              </a:rPr>
              <a:t>x</a:t>
            </a:r>
            <a:r>
              <a:rPr lang="en-US" sz="2400" b="1" i="0" kern="1200" dirty="0">
                <a:effectLst/>
                <a:ea typeface="+mn-ea"/>
                <a:cs typeface="+mn-cs"/>
              </a:rPr>
              <a:t>.governance</a:t>
            </a:r>
            <a:r>
              <a:rPr lang="en-US" sz="2400" kern="0" dirty="0"/>
              <a:t>. </a:t>
            </a:r>
          </a:p>
          <a:p>
            <a:pPr marL="5715" lvl="1" defTabSz="914377">
              <a:defRPr/>
            </a:pPr>
            <a:endParaRPr lang="en-US" sz="2000" b="1" kern="0" dirty="0">
              <a:solidFill>
                <a:schemeClr val="accent1">
                  <a:lumMod val="50000"/>
                </a:schemeClr>
              </a:solidFill>
              <a:latin typeface="+mj-lt"/>
            </a:endParaRPr>
          </a:p>
          <a:p>
            <a:pPr marL="5715" lvl="1" defTabSz="914377">
              <a:defRPr/>
            </a:pPr>
            <a:r>
              <a:rPr lang="en-US" sz="2000" b="1" kern="0" dirty="0">
                <a:solidFill>
                  <a:schemeClr val="accent1">
                    <a:lumMod val="50000"/>
                  </a:schemeClr>
                </a:solidFill>
                <a:latin typeface="+mj-lt"/>
              </a:rPr>
              <a:t>Learn more on Seismic (coming soon!)</a:t>
            </a:r>
            <a:endParaRPr lang="en-US" sz="2000" b="1" dirty="0">
              <a:solidFill>
                <a:schemeClr val="accent1">
                  <a:lumMod val="50000"/>
                </a:schemeClr>
              </a:solidFill>
              <a:latin typeface="+mj-lt"/>
            </a:endParaRPr>
          </a:p>
          <a:p>
            <a:pPr defTabSz="914377">
              <a:defRPr/>
            </a:pPr>
            <a:endParaRPr lang="en-US" sz="2000" dirty="0">
              <a:solidFill>
                <a:srgbClr val="222426"/>
              </a:solidFill>
              <a:latin typeface="+mj-lt"/>
            </a:endParaRPr>
          </a:p>
        </p:txBody>
      </p:sp>
      <p:sp>
        <p:nvSpPr>
          <p:cNvPr id="21" name="TextBox 20">
            <a:extLst>
              <a:ext uri="{FF2B5EF4-FFF2-40B4-BE49-F238E27FC236}">
                <a16:creationId xmlns:a16="http://schemas.microsoft.com/office/drawing/2014/main" id="{B1E300E5-0AD3-D654-E3A2-AE907A9E531D}"/>
              </a:ext>
            </a:extLst>
          </p:cNvPr>
          <p:cNvSpPr txBox="1"/>
          <p:nvPr/>
        </p:nvSpPr>
        <p:spPr>
          <a:xfrm>
            <a:off x="10287000" y="13211939"/>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pic>
        <p:nvPicPr>
          <p:cNvPr id="22" name="Graphic 21">
            <a:extLst>
              <a:ext uri="{FF2B5EF4-FFF2-40B4-BE49-F238E27FC236}">
                <a16:creationId xmlns:a16="http://schemas.microsoft.com/office/drawing/2014/main" id="{514C5E1A-0EC3-CD36-087C-CFA21B4A38CB}"/>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033254" y="2976214"/>
            <a:ext cx="680763" cy="617417"/>
          </a:xfrm>
          <a:prstGeom prst="rect">
            <a:avLst/>
          </a:prstGeom>
        </p:spPr>
      </p:pic>
      <p:pic>
        <p:nvPicPr>
          <p:cNvPr id="23" name="Graphic 22">
            <a:extLst>
              <a:ext uri="{FF2B5EF4-FFF2-40B4-BE49-F238E27FC236}">
                <a16:creationId xmlns:a16="http://schemas.microsoft.com/office/drawing/2014/main" id="{C3FCC439-9578-B9D1-9A4D-1800FB011A5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1802" y="3830653"/>
            <a:ext cx="783442" cy="783442"/>
          </a:xfrm>
          <a:prstGeom prst="rect">
            <a:avLst/>
          </a:prstGeom>
        </p:spPr>
      </p:pic>
      <p:pic>
        <p:nvPicPr>
          <p:cNvPr id="24" name="Graphic 23">
            <a:extLst>
              <a:ext uri="{FF2B5EF4-FFF2-40B4-BE49-F238E27FC236}">
                <a16:creationId xmlns:a16="http://schemas.microsoft.com/office/drawing/2014/main" id="{0229B3D3-4555-B909-AC71-D4DE33412C6B}"/>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1073009" y="4791478"/>
            <a:ext cx="675641" cy="675641"/>
          </a:xfrm>
          <a:prstGeom prst="rect">
            <a:avLst/>
          </a:prstGeom>
        </p:spPr>
      </p:pic>
      <p:sp>
        <p:nvSpPr>
          <p:cNvPr id="25" name="Text Placeholder 13">
            <a:extLst>
              <a:ext uri="{FF2B5EF4-FFF2-40B4-BE49-F238E27FC236}">
                <a16:creationId xmlns:a16="http://schemas.microsoft.com/office/drawing/2014/main" id="{F0A9DA97-AFDF-7D6B-D1A6-9EB2A364B02C}"/>
              </a:ext>
            </a:extLst>
          </p:cNvPr>
          <p:cNvSpPr txBox="1">
            <a:spLocks/>
          </p:cNvSpPr>
          <p:nvPr/>
        </p:nvSpPr>
        <p:spPr>
          <a:xfrm>
            <a:off x="1179125" y="2643960"/>
            <a:ext cx="9610023" cy="4029473"/>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defTabSz="914377">
              <a:defRPr/>
            </a:pPr>
            <a:endParaRPr lang="en-US" sz="2400" kern="0" dirty="0">
              <a:latin typeface="+mn-lt"/>
            </a:endParaRPr>
          </a:p>
          <a:p>
            <a:pPr marL="975995" lvl="1" defTabSz="685966"/>
            <a:r>
              <a:rPr lang="en-US" sz="2000" dirty="0">
                <a:latin typeface="+mn-lt"/>
              </a:rPr>
              <a:t>Trace and document the origin of datasets, models and pipelines — so you can explain your AI’s decisions, every time</a:t>
            </a:r>
            <a:r>
              <a:rPr lang="en-US" sz="2000" dirty="0"/>
              <a:t> </a:t>
            </a:r>
          </a:p>
          <a:p>
            <a:pPr marL="975995" lvl="1" defTabSz="685966"/>
            <a:endParaRPr lang="en-US" sz="2000" dirty="0"/>
          </a:p>
          <a:p>
            <a:pPr marL="975995" lvl="1" defTabSz="685966"/>
            <a:r>
              <a:rPr lang="en-US" sz="2000" dirty="0">
                <a:effectLst/>
                <a:latin typeface="+mn-lt"/>
                <a:ea typeface="Calibri" panose="020F0502020204030204" pitchFamily="34" charset="0"/>
                <a:cs typeface="Times New Roman"/>
              </a:rPr>
              <a:t>Monitor AI models for fairness, bias and drift — and </a:t>
            </a:r>
            <a:r>
              <a:rPr lang="en-US" sz="2000" dirty="0">
                <a:ea typeface="Calibri" panose="020F0502020204030204" pitchFamily="34" charset="0"/>
                <a:cs typeface="Times New Roman"/>
              </a:rPr>
              <a:t>take</a:t>
            </a:r>
            <a:r>
              <a:rPr lang="en-US" sz="2000" dirty="0">
                <a:effectLst/>
                <a:latin typeface="+mn-lt"/>
                <a:ea typeface="Calibri" panose="020F0502020204030204" pitchFamily="34" charset="0"/>
                <a:cs typeface="Times New Roman"/>
              </a:rPr>
              <a:t> action</a:t>
            </a:r>
            <a:r>
              <a:rPr lang="en-US" sz="2000" dirty="0">
                <a:ea typeface="Calibri" panose="020F0502020204030204" pitchFamily="34" charset="0"/>
                <a:cs typeface="Times New Roman"/>
              </a:rPr>
              <a:t> real-time</a:t>
            </a:r>
            <a:r>
              <a:rPr lang="en-US" sz="2000" dirty="0">
                <a:effectLst/>
                <a:latin typeface="+mn-lt"/>
                <a:ea typeface="Calibri" panose="020F0502020204030204" pitchFamily="34" charset="0"/>
                <a:cs typeface="Times New Roman"/>
              </a:rPr>
              <a:t> if they go awry</a:t>
            </a:r>
            <a:r>
              <a:rPr lang="en-US" sz="2000" dirty="0">
                <a:ea typeface="Calibri" panose="020F0502020204030204" pitchFamily="34" charset="0"/>
                <a:cs typeface="Times New Roman"/>
              </a:rPr>
              <a:t> </a:t>
            </a:r>
            <a:endParaRPr lang="en-US" sz="2000" baseline="30000">
              <a:effectLst/>
              <a:latin typeface="+mn-lt"/>
              <a:ea typeface="Calibri" panose="020F0502020204030204" pitchFamily="34" charset="0"/>
              <a:cs typeface="Times New Roman" panose="02020603050405020304" pitchFamily="18" charset="0"/>
            </a:endParaRPr>
          </a:p>
          <a:p>
            <a:pPr defTabSz="914377">
              <a:defRPr/>
            </a:pPr>
            <a:endParaRPr lang="en-US" sz="2000" kern="0" dirty="0">
              <a:latin typeface="+mn-lt"/>
            </a:endParaRPr>
          </a:p>
          <a:p>
            <a:pPr marL="914400" lvl="1"/>
            <a:r>
              <a:rPr lang="en-US" sz="2000" dirty="0">
                <a:latin typeface="+mn-lt"/>
                <a:ea typeface="Calibri" panose="020F0502020204030204" pitchFamily="34" charset="0"/>
                <a:cs typeface="Times New Roman"/>
              </a:rPr>
              <a:t>Translate</a:t>
            </a:r>
            <a:r>
              <a:rPr lang="en-US" sz="2000" dirty="0">
                <a:effectLst/>
                <a:latin typeface="+mn-lt"/>
                <a:ea typeface="Calibri" panose="020F0502020204030204" pitchFamily="34" charset="0"/>
                <a:cs typeface="Times New Roman"/>
              </a:rPr>
              <a:t> regulations into automatically enforced policies to ensure compliance</a:t>
            </a:r>
            <a:r>
              <a:rPr lang="en-US" sz="2000" dirty="0">
                <a:ea typeface="Calibri" panose="020F0502020204030204" pitchFamily="34" charset="0"/>
                <a:cs typeface="Times New Roman"/>
              </a:rPr>
              <a:t> </a:t>
            </a:r>
            <a:endParaRPr lang="en-US" sz="2000" dirty="0">
              <a:latin typeface="+mn-lt"/>
              <a:ea typeface="Calibri" panose="020F0502020204030204" pitchFamily="34" charset="0"/>
              <a:cs typeface="Times New Roman" panose="02020603050405020304" pitchFamily="18" charset="0"/>
            </a:endParaRPr>
          </a:p>
          <a:p>
            <a:pPr defTabSz="914377">
              <a:defRPr/>
            </a:pPr>
            <a:endParaRPr lang="en-US" sz="2400" kern="0" dirty="0">
              <a:latin typeface="+mj-lt"/>
            </a:endParaRPr>
          </a:p>
        </p:txBody>
      </p:sp>
      <p:sp>
        <p:nvSpPr>
          <p:cNvPr id="29" name="Text Placeholder 14">
            <a:extLst>
              <a:ext uri="{FF2B5EF4-FFF2-40B4-BE49-F238E27FC236}">
                <a16:creationId xmlns:a16="http://schemas.microsoft.com/office/drawing/2014/main" id="{37758286-822E-75E8-C40D-725F5822D28E}"/>
              </a:ext>
            </a:extLst>
          </p:cNvPr>
          <p:cNvSpPr txBox="1">
            <a:spLocks/>
          </p:cNvSpPr>
          <p:nvPr/>
        </p:nvSpPr>
        <p:spPr>
          <a:xfrm>
            <a:off x="351673" y="6692752"/>
            <a:ext cx="4049876" cy="3012440"/>
          </a:xfrm>
          <a:prstGeom prst="rect">
            <a:avLst/>
          </a:prstGeom>
        </p:spPr>
        <p:txBody>
          <a:bodyPr lIns="91440" tIns="45720" rIns="91440" bIns="45720" anchor="t"/>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4000" kern="0" dirty="0">
                <a:solidFill>
                  <a:srgbClr val="000000"/>
                </a:solidFill>
                <a:latin typeface="+mn-lt"/>
              </a:rPr>
              <a:t>Target Customer</a:t>
            </a:r>
          </a:p>
          <a:p>
            <a:pPr>
              <a:buClr>
                <a:schemeClr val="accent1"/>
              </a:buClr>
            </a:pPr>
            <a:endParaRPr lang="en-US" sz="2200" dirty="0"/>
          </a:p>
          <a:p>
            <a:pPr>
              <a:buClr>
                <a:schemeClr val="accent1"/>
              </a:buClr>
            </a:pPr>
            <a:r>
              <a:rPr lang="en-US" sz="2200" dirty="0"/>
              <a:t>Stakeholders for AI are increasing beyond traditional players. List includes: </a:t>
            </a:r>
          </a:p>
          <a:p>
            <a:pPr marL="614680" lvl="1" indent="-285750">
              <a:buClr>
                <a:schemeClr val="accent1"/>
              </a:buClr>
              <a:buFont typeface="Arial" panose="020B0604020202020204" pitchFamily="34" charset="0"/>
              <a:buChar char="•"/>
            </a:pPr>
            <a:r>
              <a:rPr lang="en-US" sz="2200" dirty="0">
                <a:effectLst/>
              </a:rPr>
              <a:t>Chief Risk Officer</a:t>
            </a:r>
          </a:p>
          <a:p>
            <a:pPr marL="614680" lvl="1" indent="-285750">
              <a:buClr>
                <a:schemeClr val="accent1"/>
              </a:buClr>
              <a:buFont typeface="Arial" panose="020B0604020202020204" pitchFamily="34" charset="0"/>
              <a:buChar char="•"/>
            </a:pPr>
            <a:r>
              <a:rPr lang="en-US" sz="2200" dirty="0"/>
              <a:t>Chief </a:t>
            </a:r>
            <a:r>
              <a:rPr lang="en-US" sz="2200" dirty="0">
                <a:effectLst/>
              </a:rPr>
              <a:t>Compliance Officer</a:t>
            </a:r>
            <a:r>
              <a:rPr lang="en-US" sz="2200" dirty="0"/>
              <a:t> </a:t>
            </a:r>
          </a:p>
          <a:p>
            <a:pPr marL="614680" lvl="1" indent="-285750">
              <a:buClr>
                <a:schemeClr val="accent1"/>
              </a:buClr>
              <a:buFont typeface="Arial" panose="020B0604020202020204" pitchFamily="34" charset="0"/>
              <a:buChar char="•"/>
            </a:pPr>
            <a:r>
              <a:rPr lang="en-US" sz="2200" dirty="0">
                <a:effectLst/>
              </a:rPr>
              <a:t>Chief Data Officer</a:t>
            </a:r>
          </a:p>
          <a:p>
            <a:pPr marL="614680" lvl="1" indent="-285750">
              <a:buClr>
                <a:schemeClr val="accent1"/>
              </a:buClr>
              <a:buFont typeface="Arial" panose="020B0604020202020204" pitchFamily="34" charset="0"/>
              <a:buChar char="•"/>
            </a:pPr>
            <a:r>
              <a:rPr lang="en-US" sz="2200">
                <a:effectLst/>
              </a:rPr>
              <a:t>Chief Information </a:t>
            </a:r>
            <a:r>
              <a:rPr lang="en-US" sz="2200"/>
              <a:t>Officer</a:t>
            </a:r>
          </a:p>
          <a:p>
            <a:pPr marL="614680" lvl="1" indent="-285750">
              <a:buClr>
                <a:schemeClr val="accent1"/>
              </a:buClr>
              <a:buFont typeface="Arial" panose="020B0604020202020204" pitchFamily="34" charset="0"/>
              <a:buChar char="•"/>
            </a:pPr>
            <a:r>
              <a:rPr lang="en-US" sz="2200" dirty="0"/>
              <a:t>Chief</a:t>
            </a:r>
            <a:r>
              <a:rPr lang="en-US" sz="2200" dirty="0">
                <a:ea typeface="+mj-lt"/>
                <a:cs typeface="+mj-lt"/>
              </a:rPr>
              <a:t> Financial Officer</a:t>
            </a:r>
            <a:endParaRPr lang="en-US" sz="2200" dirty="0"/>
          </a:p>
          <a:p>
            <a:pPr marL="614680" lvl="1" indent="-285750">
              <a:buClr>
                <a:schemeClr val="accent1"/>
              </a:buClr>
              <a:buFont typeface="Arial" panose="020B0604020202020204" pitchFamily="34" charset="0"/>
              <a:buChar char="•"/>
            </a:pPr>
            <a:endParaRPr lang="en-US" sz="2200" dirty="0"/>
          </a:p>
          <a:p>
            <a:pPr>
              <a:buClr>
                <a:schemeClr val="accent1"/>
              </a:buClr>
            </a:pPr>
            <a:r>
              <a:rPr lang="en-US" sz="2200" dirty="0"/>
              <a:t>Additional players include: </a:t>
            </a:r>
          </a:p>
          <a:p>
            <a:pPr marL="614680" lvl="1" indent="-285750">
              <a:buClr>
                <a:schemeClr val="accent1"/>
              </a:buClr>
              <a:buFont typeface="Arial" panose="020B0604020202020204" pitchFamily="34" charset="0"/>
              <a:buChar char="•"/>
            </a:pPr>
            <a:r>
              <a:rPr lang="en-US" sz="2200" dirty="0">
                <a:effectLst/>
              </a:rPr>
              <a:t>Data </a:t>
            </a:r>
            <a:r>
              <a:rPr lang="en-US" sz="2200" dirty="0"/>
              <a:t>Scientist</a:t>
            </a:r>
            <a:endParaRPr lang="en-US" sz="2200" dirty="0">
              <a:effectLst/>
            </a:endParaRPr>
          </a:p>
          <a:p>
            <a:pPr marL="614680" lvl="1" indent="-285750">
              <a:buClr>
                <a:schemeClr val="accent1"/>
              </a:buClr>
              <a:buFont typeface="Arial" panose="020B0604020202020204" pitchFamily="34" charset="0"/>
              <a:buChar char="•"/>
            </a:pPr>
            <a:r>
              <a:rPr lang="en-US" sz="2200" dirty="0">
                <a:latin typeface="+mn-lt"/>
              </a:rPr>
              <a:t>ML Engineer</a:t>
            </a:r>
          </a:p>
          <a:p>
            <a:pPr marL="614680" lvl="1" indent="-285750">
              <a:buClr>
                <a:schemeClr val="accent1"/>
              </a:buClr>
              <a:buFont typeface="Arial" panose="020B0604020202020204" pitchFamily="34" charset="0"/>
              <a:buChar char="•"/>
            </a:pPr>
            <a:r>
              <a:rPr lang="en-US" sz="2200" dirty="0">
                <a:latin typeface="+mn-lt"/>
              </a:rPr>
              <a:t>Developers</a:t>
            </a:r>
          </a:p>
          <a:p>
            <a:pPr marL="614680" lvl="1" indent="-285750">
              <a:buClr>
                <a:schemeClr val="accent1"/>
              </a:buClr>
              <a:buFont typeface="Arial" panose="020B0604020202020204" pitchFamily="34" charset="0"/>
              <a:buChar char="•"/>
            </a:pPr>
            <a:r>
              <a:rPr lang="en-US" sz="2200" dirty="0">
                <a:latin typeface="+mn-lt"/>
              </a:rPr>
              <a:t>Model validators </a:t>
            </a:r>
          </a:p>
          <a:p>
            <a:pPr marL="614934" lvl="1" indent="-285750">
              <a:buClr>
                <a:schemeClr val="accent1"/>
              </a:buClr>
              <a:buFont typeface="Arial" panose="020B0604020202020204" pitchFamily="34" charset="0"/>
              <a:buChar char="•"/>
            </a:pPr>
            <a:endParaRPr lang="en-US" sz="2000" kern="0" dirty="0">
              <a:latin typeface="+mn-lt"/>
            </a:endParaRPr>
          </a:p>
        </p:txBody>
      </p:sp>
      <p:sp>
        <p:nvSpPr>
          <p:cNvPr id="10" name="TextBox 9">
            <a:extLst>
              <a:ext uri="{FF2B5EF4-FFF2-40B4-BE49-F238E27FC236}">
                <a16:creationId xmlns:a16="http://schemas.microsoft.com/office/drawing/2014/main" id="{94C74EE3-6AF9-BA38-C26C-4A3789A9A003}"/>
              </a:ext>
            </a:extLst>
          </p:cNvPr>
          <p:cNvSpPr txBox="1"/>
          <p:nvPr/>
        </p:nvSpPr>
        <p:spPr>
          <a:xfrm>
            <a:off x="12585574" y="6686589"/>
            <a:ext cx="5599520" cy="6011902"/>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2438400">
              <a:spcBef>
                <a:spcPts val="2900"/>
              </a:spcBef>
              <a:buSzPct val="100000"/>
            </a:pPr>
            <a:r>
              <a:rPr lang="en-US" sz="4000" kern="0" dirty="0">
                <a:solidFill>
                  <a:srgbClr val="000000"/>
                </a:solidFill>
                <a:ea typeface="+mj-ea"/>
                <a:cs typeface="+mj-cs"/>
                <a:sym typeface="IBM Plex Sans Light"/>
              </a:rPr>
              <a:t>Customer challenges </a:t>
            </a:r>
            <a:endParaRPr lang="en-US" sz="4000" kern="0" dirty="0">
              <a:ea typeface="+mj-ea"/>
              <a:cs typeface="+mj-cs"/>
            </a:endParaRPr>
          </a:p>
          <a:p>
            <a:pPr defTabSz="2438400">
              <a:spcBef>
                <a:spcPts val="2900"/>
              </a:spcBef>
            </a:pPr>
            <a:r>
              <a:rPr lang="en-US" sz="2400" kern="0" dirty="0">
                <a:ea typeface="+mj-ea"/>
                <a:cs typeface="+mj-cs"/>
              </a:rPr>
              <a:t>Governance often requires manual work which can lead to costly manual errors and employee burnout </a:t>
            </a:r>
            <a:endParaRPr lang="en-US" sz="4400" kern="0" dirty="0">
              <a:ea typeface="+mj-ea"/>
              <a:cs typeface="+mj-cs"/>
            </a:endParaRPr>
          </a:p>
          <a:p>
            <a:pPr marL="342900" indent="-342900">
              <a:spcBef>
                <a:spcPts val="450"/>
              </a:spcBef>
              <a:buClr>
                <a:schemeClr val="accent1"/>
              </a:buClr>
              <a:buFont typeface="Arial" panose="020B0604020202020204" pitchFamily="34" charset="0"/>
              <a:buChar char="•"/>
            </a:pPr>
            <a:r>
              <a:rPr lang="en-US" sz="2200" kern="0" dirty="0"/>
              <a:t>Companies have models in multiple tools, applications and platforms, developed inside and outside the organization that are hard to monitor and manage  </a:t>
            </a:r>
          </a:p>
          <a:p>
            <a:pPr marL="342900" indent="-342900">
              <a:spcBef>
                <a:spcPts val="450"/>
              </a:spcBef>
              <a:buClr>
                <a:schemeClr val="accent1"/>
              </a:buClr>
              <a:buFont typeface="Arial" panose="020B0604020202020204" pitchFamily="34" charset="0"/>
              <a:buChar char="•"/>
            </a:pPr>
            <a:r>
              <a:rPr lang="en-US" sz="2200" kern="0" dirty="0"/>
              <a:t>AI governance is not a one-size fits all solution, needs to </a:t>
            </a:r>
            <a:r>
              <a:rPr lang="en-US" sz="2200" kern="0" dirty="0">
                <a:ea typeface="+mn-lt"/>
                <a:cs typeface="+mn-lt"/>
              </a:rPr>
              <a:t>scale to support the client’s business strategy</a:t>
            </a:r>
          </a:p>
          <a:p>
            <a:pPr marL="342900" indent="-342900">
              <a:spcBef>
                <a:spcPts val="450"/>
              </a:spcBef>
              <a:buClr>
                <a:schemeClr val="accent1"/>
              </a:buClr>
              <a:buFont typeface="Arial" panose="020B0604020202020204" pitchFamily="34" charset="0"/>
              <a:buChar char="•"/>
            </a:pPr>
            <a:r>
              <a:rPr lang="en-US" sz="2200" kern="0" dirty="0"/>
              <a:t>Current practices and tools are not optimized for AI governance leading to suboptimal analytic outcomes lacking transparency and explainability </a:t>
            </a:r>
          </a:p>
        </p:txBody>
      </p:sp>
    </p:spTree>
    <p:extLst>
      <p:ext uri="{BB962C8B-B14F-4D97-AF65-F5344CB8AC3E}">
        <p14:creationId xmlns:p14="http://schemas.microsoft.com/office/powerpoint/2010/main" val="2461644845"/>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97F58CB-D18B-1433-2D70-7F22BD86D44E}"/>
              </a:ext>
            </a:extLst>
          </p:cNvPr>
          <p:cNvSpPr/>
          <p:nvPr/>
        </p:nvSpPr>
        <p:spPr bwMode="auto">
          <a:xfrm>
            <a:off x="0" y="30738"/>
            <a:ext cx="12193588" cy="6893152"/>
          </a:xfrm>
          <a:prstGeom prst="rect">
            <a:avLst/>
          </a:prstGeom>
          <a:solidFill>
            <a:schemeClr val="accent1">
              <a:lumMod val="20000"/>
              <a:lumOff val="80000"/>
              <a:alpha val="8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9" name="Title 11">
            <a:extLst>
              <a:ext uri="{FF2B5EF4-FFF2-40B4-BE49-F238E27FC236}">
                <a16:creationId xmlns:a16="http://schemas.microsoft.com/office/drawing/2014/main" id="{C28FA85F-834D-6F96-3719-1C5B9CF91E49}"/>
              </a:ext>
            </a:extLst>
          </p:cNvPr>
          <p:cNvSpPr>
            <a:spLocks noGrp="1"/>
          </p:cNvSpPr>
          <p:nvPr>
            <p:ph type="title"/>
          </p:nvPr>
        </p:nvSpPr>
        <p:spPr>
          <a:xfrm>
            <a:off x="319574" y="550189"/>
            <a:ext cx="11834995" cy="2026746"/>
          </a:xfrm>
        </p:spPr>
        <p:txBody>
          <a:bodyPr/>
          <a:lstStyle/>
          <a:p>
            <a:r>
              <a:rPr lang="en-US" sz="6000" b="1" i="0" dirty="0">
                <a:effectLst/>
                <a:latin typeface="IBM Plex Sans" panose="020B0503050203000203" pitchFamily="34" charset="0"/>
              </a:rPr>
              <a:t>IBM Watson Code Assistant</a:t>
            </a:r>
            <a:r>
              <a:rPr lang="en-US" sz="6000" b="1" dirty="0">
                <a:solidFill>
                  <a:schemeClr val="accent1"/>
                </a:solidFill>
                <a:latin typeface="IBM Plex Sans" panose="020B0503050203000203" pitchFamily="34" charset="0"/>
              </a:rPr>
              <a:t> </a:t>
            </a:r>
            <a:br>
              <a:rPr lang="en-US" sz="4400" dirty="0">
                <a:effectLst/>
              </a:rPr>
            </a:br>
            <a:r>
              <a:rPr lang="en-US" sz="3800" dirty="0">
                <a:effectLst/>
              </a:rPr>
              <a:t>Empowering hybrid cloud </a:t>
            </a:r>
            <a:r>
              <a:rPr lang="en-US" sz="3800" dirty="0"/>
              <a:t>d</a:t>
            </a:r>
            <a:r>
              <a:rPr lang="en-US" sz="3800" dirty="0">
                <a:effectLst/>
              </a:rPr>
              <a:t>evelopers with AI generated code recommendations</a:t>
            </a:r>
            <a:br>
              <a:rPr lang="en-US" sz="3200" dirty="0">
                <a:effectLst/>
              </a:rPr>
            </a:br>
            <a:endParaRPr lang="en-US" sz="3200" dirty="0">
              <a:effectLst/>
            </a:endParaRPr>
          </a:p>
        </p:txBody>
      </p:sp>
      <p:cxnSp>
        <p:nvCxnSpPr>
          <p:cNvPr id="6" name="Straight Connector 5">
            <a:extLst>
              <a:ext uri="{FF2B5EF4-FFF2-40B4-BE49-F238E27FC236}">
                <a16:creationId xmlns:a16="http://schemas.microsoft.com/office/drawing/2014/main" id="{585166FB-69EB-51CC-DE01-C8A6F1F3432D}"/>
              </a:ext>
            </a:extLst>
          </p:cNvPr>
          <p:cNvCxnSpPr>
            <a:cxnSpLocks/>
          </p:cNvCxnSpPr>
          <p:nvPr/>
        </p:nvCxnSpPr>
        <p:spPr bwMode="auto">
          <a:xfrm>
            <a:off x="6095916" y="6904818"/>
            <a:ext cx="0" cy="642842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57FEB7FF-A0F0-373B-5BC8-B5025053414E}"/>
              </a:ext>
            </a:extLst>
          </p:cNvPr>
          <p:cNvCxnSpPr>
            <a:cxnSpLocks/>
          </p:cNvCxnSpPr>
          <p:nvPr/>
        </p:nvCxnSpPr>
        <p:spPr bwMode="auto">
          <a:xfrm>
            <a:off x="12174083" y="426394"/>
            <a:ext cx="0" cy="1290684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875B137A-6834-3CE6-4DDF-8CDAABB8E4D7}"/>
              </a:ext>
            </a:extLst>
          </p:cNvPr>
          <p:cNvCxnSpPr>
            <a:cxnSpLocks/>
          </p:cNvCxnSpPr>
          <p:nvPr/>
        </p:nvCxnSpPr>
        <p:spPr bwMode="auto">
          <a:xfrm>
            <a:off x="18304328" y="426394"/>
            <a:ext cx="0" cy="1290684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3629DDAA-845E-631B-3AB8-D1169D3F8D5C}"/>
              </a:ext>
            </a:extLst>
          </p:cNvPr>
          <p:cNvSpPr txBox="1"/>
          <p:nvPr/>
        </p:nvSpPr>
        <p:spPr>
          <a:xfrm>
            <a:off x="24371058" y="12739104"/>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18" name="Text Placeholder 18">
            <a:extLst>
              <a:ext uri="{FF2B5EF4-FFF2-40B4-BE49-F238E27FC236}">
                <a16:creationId xmlns:a16="http://schemas.microsoft.com/office/drawing/2014/main" id="{58FD3FE1-ED56-CADF-DC81-8BFF5E9EADCC}"/>
              </a:ext>
            </a:extLst>
          </p:cNvPr>
          <p:cNvSpPr txBox="1">
            <a:spLocks/>
          </p:cNvSpPr>
          <p:nvPr/>
        </p:nvSpPr>
        <p:spPr>
          <a:xfrm>
            <a:off x="18575696" y="216112"/>
            <a:ext cx="5491905" cy="13117127"/>
          </a:xfrm>
          <a:prstGeom prst="rect">
            <a:avLst/>
          </a:prstGeom>
        </p:spPr>
        <p:txBody>
          <a:bodyPr lIns="91440" tIns="45720" rIns="91440" bIns="45720" anchor="t"/>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4000" kern="0" dirty="0">
                <a:solidFill>
                  <a:srgbClr val="000000"/>
                </a:solidFill>
                <a:latin typeface="+mn-lt"/>
              </a:rPr>
              <a:t>Elevator Pitch</a:t>
            </a:r>
            <a:endParaRPr lang="en-US" sz="1200" kern="0" dirty="0">
              <a:solidFill>
                <a:srgbClr val="000000"/>
              </a:solidFill>
              <a:latin typeface="+mn-lt"/>
            </a:endParaRPr>
          </a:p>
          <a:p>
            <a:br>
              <a:rPr lang="en-US" sz="1200" dirty="0"/>
            </a:br>
            <a:r>
              <a:rPr lang="en-US" sz="2700" dirty="0"/>
              <a:t>Powered by watson</a:t>
            </a:r>
            <a:r>
              <a:rPr lang="en-US" sz="2700" dirty="0">
                <a:solidFill>
                  <a:schemeClr val="accent1"/>
                </a:solidFill>
              </a:rPr>
              <a:t>x</a:t>
            </a:r>
            <a:r>
              <a:rPr lang="en-US" sz="2700" dirty="0"/>
              <a:t>.ai foundation models, Watson Code Assistant automatically suggests code based on natural language.</a:t>
            </a:r>
            <a:br>
              <a:rPr lang="en-US" sz="2700" dirty="0"/>
            </a:br>
            <a:endParaRPr lang="en-US" sz="2700" dirty="0"/>
          </a:p>
          <a:p>
            <a:r>
              <a:rPr lang="en-US" sz="2700" dirty="0"/>
              <a:t>User inputs a command, the model parses the sentence and builds the requested automation workflow which can be accepted as is or customized by the user.  User engagement with recommended code provides additional context for AI to continue to tune its code generation response in real-time. </a:t>
            </a:r>
          </a:p>
          <a:p>
            <a:endParaRPr lang="en-US" sz="2700" dirty="0"/>
          </a:p>
          <a:p>
            <a:r>
              <a:rPr lang="en-US" sz="2700" dirty="0"/>
              <a:t>The current Watson Code Assistant Foundation Model is purpose-built for IT Automation and it’s designed to enable organizations to further customize and enhance code recommendations by applying their own data sets and best practices to the model. </a:t>
            </a:r>
          </a:p>
        </p:txBody>
      </p:sp>
      <p:sp>
        <p:nvSpPr>
          <p:cNvPr id="35" name="TextBox 34">
            <a:extLst>
              <a:ext uri="{FF2B5EF4-FFF2-40B4-BE49-F238E27FC236}">
                <a16:creationId xmlns:a16="http://schemas.microsoft.com/office/drawing/2014/main" id="{79E7F93F-9D9C-20F5-176D-E8DE525F2291}"/>
              </a:ext>
            </a:extLst>
          </p:cNvPr>
          <p:cNvSpPr txBox="1"/>
          <p:nvPr/>
        </p:nvSpPr>
        <p:spPr>
          <a:xfrm>
            <a:off x="10287000" y="12834257"/>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36" name="TextBox 35">
            <a:extLst>
              <a:ext uri="{FF2B5EF4-FFF2-40B4-BE49-F238E27FC236}">
                <a16:creationId xmlns:a16="http://schemas.microsoft.com/office/drawing/2014/main" id="{C3F82426-72F6-D2F5-FEEB-B74748A74AD3}"/>
              </a:ext>
            </a:extLst>
          </p:cNvPr>
          <p:cNvSpPr txBox="1"/>
          <p:nvPr/>
        </p:nvSpPr>
        <p:spPr>
          <a:xfrm>
            <a:off x="22696714" y="4833257"/>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algn="l" defTabSz="2438400">
              <a:spcBef>
                <a:spcPts val="2900"/>
              </a:spcBef>
              <a:buSzPct val="100000"/>
            </a:pPr>
            <a:endParaRPr lang="en-US" kern="0" dirty="0">
              <a:solidFill>
                <a:srgbClr val="000000"/>
              </a:solidFill>
              <a:ea typeface="+mj-ea"/>
              <a:cs typeface="+mj-cs"/>
              <a:sym typeface="IBM Plex Sans Light"/>
            </a:endParaRPr>
          </a:p>
        </p:txBody>
      </p:sp>
      <p:sp>
        <p:nvSpPr>
          <p:cNvPr id="28" name="Text Placeholder 17">
            <a:extLst>
              <a:ext uri="{FF2B5EF4-FFF2-40B4-BE49-F238E27FC236}">
                <a16:creationId xmlns:a16="http://schemas.microsoft.com/office/drawing/2014/main" id="{C313B600-30E7-2E43-5FD8-747EDD4A7D1A}"/>
              </a:ext>
            </a:extLst>
          </p:cNvPr>
          <p:cNvSpPr txBox="1">
            <a:spLocks/>
          </p:cNvSpPr>
          <p:nvPr/>
        </p:nvSpPr>
        <p:spPr>
          <a:xfrm>
            <a:off x="6484581" y="7192496"/>
            <a:ext cx="5111840" cy="5853066"/>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4000" kern="0" dirty="0">
                <a:latin typeface="+mn-lt"/>
              </a:rPr>
              <a:t>Solution value</a:t>
            </a:r>
          </a:p>
          <a:p>
            <a:endParaRPr lang="en-US" sz="1800" dirty="0">
              <a:latin typeface="+mn-lt"/>
            </a:endParaRPr>
          </a:p>
          <a:p>
            <a:pPr marL="457200" indent="-457200">
              <a:buFont typeface="Arial" panose="020B0604020202020204" pitchFamily="34" charset="0"/>
              <a:buChar char="•"/>
            </a:pPr>
            <a:r>
              <a:rPr lang="en-US" sz="2600" dirty="0"/>
              <a:t>Narrow the IT Automation skills gap</a:t>
            </a:r>
            <a:br>
              <a:rPr lang="en-US" sz="2600" dirty="0"/>
            </a:br>
            <a:endParaRPr lang="en-US" sz="2600" dirty="0"/>
          </a:p>
          <a:p>
            <a:pPr marL="457200" indent="-457200">
              <a:buFont typeface="Arial" panose="020B0604020202020204" pitchFamily="34" charset="0"/>
              <a:buChar char="•"/>
            </a:pPr>
            <a:r>
              <a:rPr lang="en-US" sz="2600" dirty="0"/>
              <a:t>Accelerate developer onboarding and productivity</a:t>
            </a:r>
            <a:br>
              <a:rPr lang="en-US" sz="2600" dirty="0"/>
            </a:br>
            <a:r>
              <a:rPr lang="en-US" sz="2600" dirty="0"/>
              <a:t> </a:t>
            </a:r>
          </a:p>
          <a:p>
            <a:pPr marL="457200" indent="-457200">
              <a:buFont typeface="Arial" panose="020B0604020202020204" pitchFamily="34" charset="0"/>
              <a:buChar char="•"/>
            </a:pPr>
            <a:r>
              <a:rPr lang="en-US" sz="2600" dirty="0"/>
              <a:t>Enhance code development with greater efficiency </a:t>
            </a:r>
            <a:br>
              <a:rPr lang="en-US" sz="2600" dirty="0"/>
            </a:br>
            <a:endParaRPr lang="en-US" sz="2600" dirty="0"/>
          </a:p>
          <a:p>
            <a:pPr marL="457200" indent="-457200">
              <a:buFont typeface="Arial" panose="020B0604020202020204" pitchFamily="34" charset="0"/>
              <a:buChar char="•"/>
            </a:pPr>
            <a:r>
              <a:rPr lang="en-US" sz="2600" dirty="0"/>
              <a:t>Streamline coding best practices</a:t>
            </a:r>
          </a:p>
        </p:txBody>
      </p:sp>
      <p:sp>
        <p:nvSpPr>
          <p:cNvPr id="2" name="Footer Placeholder 11">
            <a:extLst>
              <a:ext uri="{FF2B5EF4-FFF2-40B4-BE49-F238E27FC236}">
                <a16:creationId xmlns:a16="http://schemas.microsoft.com/office/drawing/2014/main" id="{0473F869-B657-3E63-C164-165207B5A241}"/>
              </a:ext>
            </a:extLst>
          </p:cNvPr>
          <p:cNvSpPr txBox="1">
            <a:spLocks/>
          </p:cNvSpPr>
          <p:nvPr/>
        </p:nvSpPr>
        <p:spPr>
          <a:xfrm>
            <a:off x="487744" y="13493751"/>
            <a:ext cx="5486313" cy="222249"/>
          </a:xfrm>
          <a:prstGeom prst="rect">
            <a:avLst/>
          </a:prstGeom>
        </p:spPr>
        <p:txBody>
          <a:bodyPr vert="horz" lIns="0" tIns="0" rIns="0" bIns="0" rtlCol="0" anchor="ctr"/>
          <a:lstStyle>
            <a:defPPr>
              <a:defRPr lang="en-US"/>
            </a:defPPr>
            <a:lvl1pPr marL="0" marR="0" indent="0" algn="l" defTabSz="913729" rtl="0" eaLnBrk="1" fontAlgn="auto" latinLnBrk="0" hangingPunct="1">
              <a:lnSpc>
                <a:spcPct val="100000"/>
              </a:lnSpc>
              <a:spcBef>
                <a:spcPts val="0"/>
              </a:spcBef>
              <a:spcAft>
                <a:spcPts val="0"/>
              </a:spcAft>
              <a:buClrTx/>
              <a:buSzTx/>
              <a:buFontTx/>
              <a:buNone/>
              <a:tabLst/>
              <a:defRPr sz="799"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29" rtl="0" eaLnBrk="1" fontAlgn="auto" latinLnBrk="0" hangingPunct="1">
              <a:lnSpc>
                <a:spcPct val="100000"/>
              </a:lnSpc>
              <a:spcBef>
                <a:spcPts val="0"/>
              </a:spcBef>
              <a:spcAft>
                <a:spcPts val="0"/>
              </a:spcAft>
              <a:buClrTx/>
              <a:buSzTx/>
              <a:buFontTx/>
              <a:buNone/>
              <a:tabLst/>
              <a:defRPr/>
            </a:pPr>
            <a:r>
              <a:rPr kumimoji="0" lang="en-US" sz="799" b="0" i="0" u="none" strike="noStrike" kern="1200" cap="none" spc="0" normalizeH="0" baseline="0" noProof="0" dirty="0">
                <a:ln>
                  <a:noFill/>
                </a:ln>
                <a:solidFill>
                  <a:srgbClr val="000000"/>
                </a:solidFill>
                <a:effectLst/>
                <a:uLnTx/>
                <a:uFillTx/>
                <a:latin typeface="IBM Plex Sans Light"/>
                <a:ea typeface="+mn-ea"/>
                <a:cs typeface="+mn-cs"/>
              </a:rPr>
              <a:t>IBM Data and AI / © 2023 IBM Corporation</a:t>
            </a:r>
          </a:p>
        </p:txBody>
      </p:sp>
      <p:sp>
        <p:nvSpPr>
          <p:cNvPr id="4" name="Text Placeholder 15">
            <a:extLst>
              <a:ext uri="{FF2B5EF4-FFF2-40B4-BE49-F238E27FC236}">
                <a16:creationId xmlns:a16="http://schemas.microsoft.com/office/drawing/2014/main" id="{F63C9AA6-1500-640B-8BC7-164582EF11B3}"/>
              </a:ext>
            </a:extLst>
          </p:cNvPr>
          <p:cNvSpPr txBox="1">
            <a:spLocks/>
          </p:cNvSpPr>
          <p:nvPr/>
        </p:nvSpPr>
        <p:spPr>
          <a:xfrm>
            <a:off x="12519453" y="7192496"/>
            <a:ext cx="5541075" cy="6237194"/>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4000" kern="0" dirty="0">
                <a:solidFill>
                  <a:srgbClr val="000000"/>
                </a:solidFill>
                <a:latin typeface="+mn-lt"/>
              </a:rPr>
              <a:t>Target Customers</a:t>
            </a:r>
            <a:endParaRPr lang="en-US" sz="1800" kern="0" dirty="0">
              <a:solidFill>
                <a:srgbClr val="000000"/>
              </a:solidFill>
              <a:latin typeface="+mn-lt"/>
            </a:endParaRPr>
          </a:p>
          <a:p>
            <a:endParaRPr lang="en-US" sz="1800" b="1" kern="0" dirty="0">
              <a:solidFill>
                <a:srgbClr val="000000"/>
              </a:solidFill>
              <a:latin typeface="+mn-lt"/>
            </a:endParaRPr>
          </a:p>
          <a:p>
            <a:r>
              <a:rPr lang="en-US" sz="2600" kern="0" dirty="0">
                <a:solidFill>
                  <a:srgbClr val="000000"/>
                </a:solidFill>
                <a:latin typeface="+mn-lt"/>
              </a:rPr>
              <a:t>Enterprises using Ansible to automate tasks such as system configuration, software deployment, and </a:t>
            </a:r>
            <a:r>
              <a:rPr lang="en-US" sz="2600" b="0" i="0" u="none" strike="noStrike" dirty="0">
                <a:effectLst/>
                <a:latin typeface="+mn-lt"/>
              </a:rPr>
              <a:t>workflow orchestration. </a:t>
            </a:r>
            <a:endParaRPr lang="en-US" sz="2600" b="1" dirty="0">
              <a:solidFill>
                <a:srgbClr val="000000"/>
              </a:solidFill>
              <a:latin typeface="IBM Plex Sans Light" panose="020B0403050203000203" pitchFamily="34" charset="0"/>
            </a:endParaRPr>
          </a:p>
          <a:p>
            <a:pPr marL="303213" indent="-303213">
              <a:buFont typeface="Arial" panose="020B0604020202020204" pitchFamily="34" charset="0"/>
              <a:buChar char="•"/>
            </a:pPr>
            <a:endParaRPr lang="en-US" sz="2600" b="1" dirty="0">
              <a:solidFill>
                <a:srgbClr val="000000"/>
              </a:solidFill>
              <a:latin typeface="IBM Plex Sans Light" panose="020B0403050203000203" pitchFamily="34" charset="0"/>
            </a:endParaRPr>
          </a:p>
          <a:p>
            <a:pPr>
              <a:lnSpc>
                <a:spcPct val="150000"/>
              </a:lnSpc>
            </a:pPr>
            <a:r>
              <a:rPr lang="en-US" sz="2600" dirty="0">
                <a:solidFill>
                  <a:srgbClr val="000000"/>
                </a:solidFill>
                <a:latin typeface="IBM Plex Sans Light" panose="020B0403050203000203" pitchFamily="34" charset="0"/>
              </a:rPr>
              <a:t>Primary Users</a:t>
            </a:r>
          </a:p>
          <a:p>
            <a:pPr marL="303213" indent="-303213">
              <a:lnSpc>
                <a:spcPct val="150000"/>
              </a:lnSpc>
              <a:buFont typeface="Arial" panose="020B0604020202020204" pitchFamily="34" charset="0"/>
              <a:buChar char="•"/>
            </a:pPr>
            <a:r>
              <a:rPr lang="en-US" sz="2600" dirty="0">
                <a:solidFill>
                  <a:srgbClr val="000000"/>
                </a:solidFill>
                <a:latin typeface="IBM Plex Sans Light" panose="020B0403050203000203" pitchFamily="34" charset="0"/>
              </a:rPr>
              <a:t>Developers</a:t>
            </a:r>
          </a:p>
          <a:p>
            <a:pPr marL="285750" indent="-285750">
              <a:lnSpc>
                <a:spcPct val="150000"/>
              </a:lnSpc>
              <a:buFont typeface="Arial" panose="020B0604020202020204" pitchFamily="34" charset="0"/>
              <a:buChar char="•"/>
            </a:pPr>
            <a:r>
              <a:rPr lang="en-US" sz="2600" dirty="0">
                <a:solidFill>
                  <a:srgbClr val="000000"/>
                </a:solidFill>
                <a:latin typeface="IBM Plex Sans Light" panose="020B0403050203000203" pitchFamily="34" charset="0"/>
              </a:rPr>
              <a:t>DevOps Engineers</a:t>
            </a:r>
          </a:p>
          <a:p>
            <a:pPr marL="285750" indent="-285750">
              <a:lnSpc>
                <a:spcPct val="150000"/>
              </a:lnSpc>
              <a:buFont typeface="Arial" panose="020B0604020202020204" pitchFamily="34" charset="0"/>
              <a:buChar char="•"/>
            </a:pPr>
            <a:r>
              <a:rPr lang="en-US" sz="2600" dirty="0">
                <a:solidFill>
                  <a:srgbClr val="000000"/>
                </a:solidFill>
                <a:latin typeface="IBM Plex Sans Light" panose="020B0403050203000203" pitchFamily="34" charset="0"/>
              </a:rPr>
              <a:t>Application SREs</a:t>
            </a:r>
          </a:p>
          <a:p>
            <a:pPr marL="285750" indent="-285750">
              <a:lnSpc>
                <a:spcPct val="150000"/>
              </a:lnSpc>
              <a:buFont typeface="Arial" panose="020B0604020202020204" pitchFamily="34" charset="0"/>
              <a:buChar char="•"/>
            </a:pPr>
            <a:r>
              <a:rPr lang="en-US" sz="2600" dirty="0">
                <a:solidFill>
                  <a:srgbClr val="000000"/>
                </a:solidFill>
                <a:latin typeface="IBM Plex Sans Light" panose="020B0403050203000203" pitchFamily="34" charset="0"/>
              </a:rPr>
              <a:t>IT Operations Admins</a:t>
            </a:r>
          </a:p>
          <a:p>
            <a:pPr marL="457200" indent="-457200">
              <a:buFont typeface="Arial" panose="020B0604020202020204" pitchFamily="34" charset="0"/>
              <a:buChar char="•"/>
            </a:pPr>
            <a:endParaRPr lang="en-US" sz="2400" dirty="0">
              <a:solidFill>
                <a:schemeClr val="tx1"/>
              </a:solidFill>
              <a:latin typeface="IBM Plex Sans Light" panose="020B0403050203000203" pitchFamily="34" charset="0"/>
            </a:endParaRPr>
          </a:p>
          <a:p>
            <a:endParaRPr lang="en-US" sz="2400" kern="0" dirty="0">
              <a:solidFill>
                <a:srgbClr val="000000"/>
              </a:solidFill>
              <a:latin typeface="+mn-lt"/>
            </a:endParaRPr>
          </a:p>
        </p:txBody>
      </p:sp>
      <p:sp>
        <p:nvSpPr>
          <p:cNvPr id="27" name="Text Placeholder 14">
            <a:extLst>
              <a:ext uri="{FF2B5EF4-FFF2-40B4-BE49-F238E27FC236}">
                <a16:creationId xmlns:a16="http://schemas.microsoft.com/office/drawing/2014/main" id="{B364D59B-5646-D62F-5775-A0F3A65ED08F}"/>
              </a:ext>
            </a:extLst>
          </p:cNvPr>
          <p:cNvSpPr txBox="1">
            <a:spLocks/>
          </p:cNvSpPr>
          <p:nvPr/>
        </p:nvSpPr>
        <p:spPr>
          <a:xfrm>
            <a:off x="449503" y="7251911"/>
            <a:ext cx="5257749" cy="5532753"/>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4000" kern="0" dirty="0">
                <a:latin typeface="+mn-lt"/>
              </a:rPr>
              <a:t>Pain Points</a:t>
            </a:r>
          </a:p>
          <a:p>
            <a:endParaRPr lang="en-US" sz="2000" kern="0" dirty="0">
              <a:latin typeface="+mn-lt"/>
            </a:endParaRPr>
          </a:p>
          <a:p>
            <a:pPr marL="514350" lvl="1" indent="-514350">
              <a:spcBef>
                <a:spcPts val="400"/>
              </a:spcBef>
              <a:buClr>
                <a:schemeClr val="tx1"/>
              </a:buClr>
              <a:buSzPct val="128000"/>
              <a:buFont typeface="+mj-lt"/>
              <a:buAutoNum type="arabicPeriod"/>
              <a:defRPr/>
            </a:pPr>
            <a:r>
              <a:rPr lang="en-US" sz="2000" b="1" dirty="0">
                <a:latin typeface="+mn-lt"/>
                <a:cs typeface="IBM Plex Arabic Light" panose="020B0403050203000203" pitchFamily="34" charset="-78"/>
              </a:rPr>
              <a:t>80%</a:t>
            </a:r>
            <a:r>
              <a:rPr lang="en-US" sz="2000" dirty="0">
                <a:latin typeface="+mn-lt"/>
                <a:cs typeface="IBM Plex Arabic Light" panose="020B0403050203000203" pitchFamily="34" charset="-78"/>
              </a:rPr>
              <a:t> of operational tasks will require skills that less than half the workforce are trained in today</a:t>
            </a:r>
          </a:p>
          <a:p>
            <a:pPr marL="514350" lvl="1" indent="-514350">
              <a:spcBef>
                <a:spcPts val="400"/>
              </a:spcBef>
              <a:buClr>
                <a:schemeClr val="tx1"/>
              </a:buClr>
              <a:buSzPct val="128000"/>
              <a:buFont typeface="+mj-lt"/>
              <a:buAutoNum type="arabicPeriod"/>
              <a:defRPr/>
            </a:pPr>
            <a:endParaRPr lang="en-US" sz="2000" dirty="0">
              <a:latin typeface="+mn-lt"/>
              <a:cs typeface="IBM Plex Arabic Light" panose="020B0403050203000203" pitchFamily="34" charset="-78"/>
            </a:endParaRPr>
          </a:p>
          <a:p>
            <a:pPr marL="514350" lvl="1" indent="-514350">
              <a:spcBef>
                <a:spcPts val="400"/>
              </a:spcBef>
              <a:buClr>
                <a:schemeClr val="tx1"/>
              </a:buClr>
              <a:buSzPct val="128000"/>
              <a:buFont typeface="+mj-lt"/>
              <a:buAutoNum type="arabicPeriod"/>
              <a:defRPr/>
            </a:pPr>
            <a:r>
              <a:rPr lang="en-US" sz="2000" b="1" dirty="0">
                <a:latin typeface="+mn-lt"/>
                <a:cs typeface="IBM Plex Arabic Light" panose="020B0403050203000203" pitchFamily="34" charset="-78"/>
              </a:rPr>
              <a:t>50%</a:t>
            </a:r>
            <a:r>
              <a:rPr lang="en-US" sz="2000" dirty="0">
                <a:latin typeface="+mn-lt"/>
                <a:cs typeface="IBM Plex Arabic Light" panose="020B0403050203000203" pitchFamily="34" charset="-78"/>
              </a:rPr>
              <a:t> of all employees need to upskill or reskill by 2025 for responsibilities arising from automation and new technologies</a:t>
            </a:r>
          </a:p>
          <a:p>
            <a:pPr marL="514350" lvl="1" indent="-514350">
              <a:spcBef>
                <a:spcPts val="400"/>
              </a:spcBef>
              <a:buClr>
                <a:schemeClr val="tx1"/>
              </a:buClr>
              <a:buSzPct val="128000"/>
              <a:buFont typeface="+mj-lt"/>
              <a:buAutoNum type="arabicPeriod"/>
              <a:defRPr/>
            </a:pPr>
            <a:endParaRPr lang="en-US" sz="2000" dirty="0">
              <a:latin typeface="+mn-lt"/>
              <a:cs typeface="IBM Plex Arabic Light" panose="020B0403050203000203" pitchFamily="34" charset="-78"/>
            </a:endParaRPr>
          </a:p>
          <a:p>
            <a:pPr marL="514350" lvl="1" indent="-514350">
              <a:spcBef>
                <a:spcPts val="400"/>
              </a:spcBef>
              <a:buClr>
                <a:schemeClr val="tx1"/>
              </a:buClr>
              <a:buSzPct val="128000"/>
              <a:buFont typeface="+mj-lt"/>
              <a:buAutoNum type="arabicPeriod"/>
              <a:defRPr/>
            </a:pPr>
            <a:r>
              <a:rPr lang="en-US" sz="2000" b="1" dirty="0">
                <a:latin typeface="+mn-lt"/>
                <a:cs typeface="IBM Plex Arabic Light" panose="020B0403050203000203" pitchFamily="34" charset="-78"/>
              </a:rPr>
              <a:t>20%</a:t>
            </a:r>
            <a:r>
              <a:rPr lang="en-US" sz="2000" dirty="0">
                <a:latin typeface="+mn-lt"/>
                <a:cs typeface="IBM Plex Arabic Light" panose="020B0403050203000203" pitchFamily="34" charset="-78"/>
              </a:rPr>
              <a:t> of enterprises that did not effectively address the talent and digital skill gaps in their organization will constrain revenue growth opportunities by 20%. </a:t>
            </a:r>
          </a:p>
          <a:p>
            <a:pPr marL="514350" lvl="1" indent="-514350">
              <a:spcBef>
                <a:spcPts val="400"/>
              </a:spcBef>
              <a:buClr>
                <a:schemeClr val="accent1"/>
              </a:buClr>
              <a:buSzPct val="120000"/>
              <a:buFont typeface="+mj-lt"/>
              <a:buAutoNum type="arabicPeriod"/>
              <a:defRPr/>
            </a:pPr>
            <a:endParaRPr lang="en-US" sz="900" dirty="0">
              <a:latin typeface="+mn-lt"/>
            </a:endParaRPr>
          </a:p>
        </p:txBody>
      </p:sp>
      <p:sp>
        <p:nvSpPr>
          <p:cNvPr id="21" name="TextBox 20">
            <a:extLst>
              <a:ext uri="{FF2B5EF4-FFF2-40B4-BE49-F238E27FC236}">
                <a16:creationId xmlns:a16="http://schemas.microsoft.com/office/drawing/2014/main" id="{A3EAFB9E-E6CC-0D12-B649-D8AFBE5F4B1A}"/>
              </a:ext>
            </a:extLst>
          </p:cNvPr>
          <p:cNvSpPr txBox="1"/>
          <p:nvPr/>
        </p:nvSpPr>
        <p:spPr>
          <a:xfrm>
            <a:off x="709244" y="4179003"/>
            <a:ext cx="3037046" cy="2308324"/>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marL="23217" algn="ctr" defTabSz="257237"/>
            <a:r>
              <a:rPr lang="en-US" sz="2400" b="1" dirty="0">
                <a:solidFill>
                  <a:srgbClr val="000000"/>
                </a:solidFill>
              </a:rPr>
              <a:t>Reduce time-to-productivity and narrow the IT Automation skills gap with AI generated code</a:t>
            </a:r>
          </a:p>
        </p:txBody>
      </p:sp>
      <p:sp>
        <p:nvSpPr>
          <p:cNvPr id="22" name="TextBox 21">
            <a:extLst>
              <a:ext uri="{FF2B5EF4-FFF2-40B4-BE49-F238E27FC236}">
                <a16:creationId xmlns:a16="http://schemas.microsoft.com/office/drawing/2014/main" id="{CE893A04-8115-37C9-C42C-55D708D8D098}"/>
              </a:ext>
            </a:extLst>
          </p:cNvPr>
          <p:cNvSpPr txBox="1"/>
          <p:nvPr/>
        </p:nvSpPr>
        <p:spPr>
          <a:xfrm>
            <a:off x="4455533" y="4179003"/>
            <a:ext cx="3037047" cy="2308324"/>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marL="23217" algn="ctr" defTabSz="257237"/>
            <a:r>
              <a:rPr lang="en-US" sz="2400" b="1" dirty="0">
                <a:solidFill>
                  <a:srgbClr val="000000"/>
                </a:solidFill>
                <a:latin typeface="+mj-lt"/>
              </a:rPr>
              <a:t>Maintain high levels of accuracy and </a:t>
            </a:r>
            <a:r>
              <a:rPr lang="en-US" sz="2400" b="1" dirty="0">
                <a:solidFill>
                  <a:schemeClr val="lt1"/>
                </a:solidFill>
                <a:latin typeface="+mj-lt"/>
                <a:sym typeface="IBM Plex Sans"/>
              </a:rPr>
              <a:t>t</a:t>
            </a:r>
            <a:r>
              <a:rPr lang="en-US" sz="2400" b="1" i="0" u="none" strike="noStrike" cap="none" dirty="0">
                <a:solidFill>
                  <a:schemeClr val="lt1"/>
                </a:solidFill>
                <a:latin typeface="+mj-lt"/>
                <a:ea typeface="IBM Plex Sans"/>
                <a:cs typeface="IBM Plex Sans"/>
                <a:sym typeface="IBM Plex Sans"/>
              </a:rPr>
              <a:t>ransparency through attribution of generated content recommendations</a:t>
            </a:r>
            <a:endParaRPr lang="en-US" sz="2400" b="1" dirty="0">
              <a:solidFill>
                <a:srgbClr val="000000"/>
              </a:solidFill>
              <a:latin typeface="+mj-lt"/>
            </a:endParaRPr>
          </a:p>
        </p:txBody>
      </p:sp>
      <p:sp>
        <p:nvSpPr>
          <p:cNvPr id="23" name="TextBox 22">
            <a:extLst>
              <a:ext uri="{FF2B5EF4-FFF2-40B4-BE49-F238E27FC236}">
                <a16:creationId xmlns:a16="http://schemas.microsoft.com/office/drawing/2014/main" id="{51F1FE38-B1BF-59F3-67E5-C5A87E6657C0}"/>
              </a:ext>
            </a:extLst>
          </p:cNvPr>
          <p:cNvSpPr txBox="1"/>
          <p:nvPr/>
        </p:nvSpPr>
        <p:spPr>
          <a:xfrm>
            <a:off x="8201823" y="4179003"/>
            <a:ext cx="3037039" cy="2308324"/>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algn="ctr" defTabSz="914400"/>
            <a:r>
              <a:rPr lang="en-US" sz="2400" b="1" dirty="0">
                <a:solidFill>
                  <a:srgbClr val="000000"/>
                </a:solidFill>
                <a:ea typeface="Calibri" panose="020F0502020204030204" pitchFamily="34" charset="0"/>
                <a:cs typeface="Times New Roman" panose="02020603050405020304" pitchFamily="18" charset="0"/>
              </a:rPr>
              <a:t>Tune the Foundation Model with your own data and customize with your own standards and best practices.</a:t>
            </a:r>
          </a:p>
        </p:txBody>
      </p:sp>
      <p:pic>
        <p:nvPicPr>
          <p:cNvPr id="46" name="Graphic 45" descr="Checkbox Checked outline">
            <a:extLst>
              <a:ext uri="{FF2B5EF4-FFF2-40B4-BE49-F238E27FC236}">
                <a16:creationId xmlns:a16="http://schemas.microsoft.com/office/drawing/2014/main" id="{C6515AD9-0797-046D-F43B-91BA49D234B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70567" y="3174283"/>
            <a:ext cx="914400" cy="914400"/>
          </a:xfrm>
          <a:prstGeom prst="rect">
            <a:avLst/>
          </a:prstGeom>
        </p:spPr>
      </p:pic>
      <p:pic>
        <p:nvPicPr>
          <p:cNvPr id="49" name="Graphic 48" descr="Checkbox Checked outline">
            <a:extLst>
              <a:ext uri="{FF2B5EF4-FFF2-40B4-BE49-F238E27FC236}">
                <a16:creationId xmlns:a16="http://schemas.microsoft.com/office/drawing/2014/main" id="{B1ACA919-54E4-29BF-CD5C-BC95AA39D6E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38716" y="3098895"/>
            <a:ext cx="914400" cy="914400"/>
          </a:xfrm>
          <a:prstGeom prst="rect">
            <a:avLst/>
          </a:prstGeom>
        </p:spPr>
      </p:pic>
      <p:pic>
        <p:nvPicPr>
          <p:cNvPr id="50" name="Graphic 49" descr="Checkbox Checked outline">
            <a:extLst>
              <a:ext uri="{FF2B5EF4-FFF2-40B4-BE49-F238E27FC236}">
                <a16:creationId xmlns:a16="http://schemas.microsoft.com/office/drawing/2014/main" id="{3C303C6C-4B3F-A4AB-224E-F7A66998A65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63142" y="3097303"/>
            <a:ext cx="914400" cy="914400"/>
          </a:xfrm>
          <a:prstGeom prst="rect">
            <a:avLst/>
          </a:prstGeom>
        </p:spPr>
      </p:pic>
      <p:sp>
        <p:nvSpPr>
          <p:cNvPr id="51" name="TextBox 50">
            <a:extLst>
              <a:ext uri="{FF2B5EF4-FFF2-40B4-BE49-F238E27FC236}">
                <a16:creationId xmlns:a16="http://schemas.microsoft.com/office/drawing/2014/main" id="{54E403CF-E3FF-706E-384A-50871E880429}"/>
              </a:ext>
            </a:extLst>
          </p:cNvPr>
          <p:cNvSpPr txBox="1"/>
          <p:nvPr/>
        </p:nvSpPr>
        <p:spPr>
          <a:xfrm>
            <a:off x="27542836" y="-5458691"/>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57" name="TextBox 56">
            <a:extLst>
              <a:ext uri="{FF2B5EF4-FFF2-40B4-BE49-F238E27FC236}">
                <a16:creationId xmlns:a16="http://schemas.microsoft.com/office/drawing/2014/main" id="{D506160D-EE01-ADF0-556C-1DC349ED0398}"/>
              </a:ext>
            </a:extLst>
          </p:cNvPr>
          <p:cNvSpPr txBox="1"/>
          <p:nvPr/>
        </p:nvSpPr>
        <p:spPr>
          <a:xfrm>
            <a:off x="12455575" y="216113"/>
            <a:ext cx="5491904" cy="6586418"/>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r>
              <a:rPr lang="en-US" sz="4000" dirty="0"/>
              <a:t>Initial Use Case</a:t>
            </a:r>
            <a:endParaRPr lang="en-US" sz="1800" dirty="0"/>
          </a:p>
          <a:p>
            <a:endParaRPr lang="en-US" sz="1800" dirty="0"/>
          </a:p>
          <a:p>
            <a:r>
              <a:rPr lang="en-US" sz="2600" dirty="0"/>
              <a:t>Watson Code Assistant integrates with the Red Hat® Ansible® Automation Platform to enable developers of all skill levels to write Ansible Playbooks with AI-generated  code recommendations. </a:t>
            </a:r>
          </a:p>
          <a:p>
            <a:endParaRPr lang="en-US" sz="2600" dirty="0"/>
          </a:p>
          <a:p>
            <a:r>
              <a:rPr lang="en-US" sz="2600" dirty="0"/>
              <a:t>By infusing Red Hat Ansible with AI, users will benefit from generated automation content written in syntactically correct YAML code. </a:t>
            </a:r>
            <a:br>
              <a:rPr lang="en-US" sz="2600" dirty="0"/>
            </a:br>
            <a:endParaRPr lang="en-US" sz="2600" dirty="0"/>
          </a:p>
          <a:p>
            <a:r>
              <a:rPr lang="en-US" sz="2600" dirty="0"/>
              <a:t>Intended Availability Date: </a:t>
            </a:r>
            <a:r>
              <a:rPr lang="en-US" sz="2600" b="1" dirty="0"/>
              <a:t>4Q 2023</a:t>
            </a:r>
          </a:p>
          <a:p>
            <a:r>
              <a:rPr lang="en-US" sz="2600" dirty="0"/>
              <a:t>Delivery Model:  </a:t>
            </a:r>
            <a:r>
              <a:rPr lang="en-US" sz="2600" b="1" dirty="0"/>
              <a:t>SaaS</a:t>
            </a:r>
          </a:p>
        </p:txBody>
      </p:sp>
      <p:cxnSp>
        <p:nvCxnSpPr>
          <p:cNvPr id="60" name="Straight Connector 59">
            <a:extLst>
              <a:ext uri="{FF2B5EF4-FFF2-40B4-BE49-F238E27FC236}">
                <a16:creationId xmlns:a16="http://schemas.microsoft.com/office/drawing/2014/main" id="{47679858-75BD-CF4F-5B7A-9CA535B986C8}"/>
              </a:ext>
            </a:extLst>
          </p:cNvPr>
          <p:cNvCxnSpPr>
            <a:cxnSpLocks/>
          </p:cNvCxnSpPr>
          <p:nvPr/>
        </p:nvCxnSpPr>
        <p:spPr bwMode="auto">
          <a:xfrm flipV="1">
            <a:off x="420176" y="6897852"/>
            <a:ext cx="17884152"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5781EB43-375F-9A22-9AC9-3904F020302F}"/>
              </a:ext>
            </a:extLst>
          </p:cNvPr>
          <p:cNvSpPr txBox="1"/>
          <p:nvPr/>
        </p:nvSpPr>
        <p:spPr>
          <a:xfrm>
            <a:off x="18105120" y="14904720"/>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Tree>
    <p:extLst>
      <p:ext uri="{BB962C8B-B14F-4D97-AF65-F5344CB8AC3E}">
        <p14:creationId xmlns:p14="http://schemas.microsoft.com/office/powerpoint/2010/main" val="2729574854"/>
      </p:ext>
    </p:extLst>
  </p:cSld>
  <p:clrMapOvr>
    <a:masterClrMapping/>
  </p:clrMapOvr>
  <p:transition spd="med"/>
</p:sld>
</file>

<file path=ppt/theme/theme1.xml><?xml version="1.0" encoding="utf-8"?>
<a:theme xmlns:a="http://schemas.openxmlformats.org/drawingml/2006/main" name="IBM presentation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9050">
          <a:solidFill>
            <a:srgbClr val="E5F6FF"/>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Presentation11" id="{DA958CBB-069C-DA4C-BE33-30B6329E0230}" vid="{3198DFCD-DB52-8B47-AF9A-19B292ECCB5F}"/>
    </a:ext>
  </a:extLst>
</a:theme>
</file>

<file path=ppt/theme/theme2.xml><?xml version="1.0" encoding="utf-8"?>
<a:theme xmlns:a="http://schemas.openxmlformats.org/drawingml/2006/main" name="IBM Brand Template 2022">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p="http://schemas.openxmlformats.org/presentationml/2006/main" xmlns:r="http://schemas.openxmlformats.org/officeDocument/2006/relationships"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Master_Presentation_2021_V01_Plex" id="{BD398A2B-0B96-D843-9A4A-05239798B6A1}" vid="{46683C84-C800-D441-9101-471717108C97}"/>
    </a:ext>
  </a:extLst>
</a:theme>
</file>

<file path=ppt/theme/theme3.xml><?xml version="1.0" encoding="utf-8"?>
<a:theme xmlns:a="http://schemas.openxmlformats.org/drawingml/2006/main" name="IBM Brand Template 2022">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p="http://schemas.openxmlformats.org/presentationml/2006/main" xmlns:r="http://schemas.openxmlformats.org/officeDocument/2006/relationships"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Master_Presentation_2021_V01_Plex" id="{BD398A2B-0B96-D843-9A4A-05239798B6A1}" vid="{46683C84-C800-D441-9101-471717108C97}"/>
    </a:ext>
  </a:extLst>
</a:theme>
</file>

<file path=docProps/app.xml><?xml version="1.0" encoding="utf-8"?>
<Properties xmlns="http://schemas.openxmlformats.org/officeDocument/2006/extended-properties" xmlns:vt="http://schemas.openxmlformats.org/officeDocument/2006/docPropsVTypes">
  <Template>IBM presentation template</Template>
  <TotalTime>6164</TotalTime>
  <Words>2130</Words>
  <Application>Microsoft Office PowerPoint</Application>
  <PresentationFormat>Custom</PresentationFormat>
  <Paragraphs>216</Paragraphs>
  <Slides>5</Slides>
  <Notes>5</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IBM presentation template</vt:lpstr>
      <vt:lpstr>Put AI to work with watsonx Scale and accelerate the impact of AI with trusted data.    </vt:lpstr>
      <vt:lpstr>watsonx.ai An enterprise-ready next-generation AI studio for AI builders, bringing together traditional machine learning and new generative AI capabilities powered by foundation models.    </vt:lpstr>
      <vt:lpstr>watsonx.data Scale AI workloads, for all your data, anywhere   </vt:lpstr>
      <vt:lpstr>watsonx.governance Toolkit that enables responsible, transparent and explainable  workflows across the AI lifecycle    </vt:lpstr>
      <vt:lpstr>IBM Watson Code Assistant  Empowering hybrid cloud developers with AI generated code recommendations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IBM Data Governance Express Build a foundation for data governance with business glossary and data cataloging</dc:title>
  <dc:subject/>
  <dc:creator>Alejandra Rodriguez Boughton</dc:creator>
  <cp:keywords/>
  <dc:description/>
  <cp:lastModifiedBy>Lindsay Wershaw</cp:lastModifiedBy>
  <cp:revision>1741</cp:revision>
  <cp:lastPrinted>2019-04-25T15:14:05Z</cp:lastPrinted>
  <dcterms:created xsi:type="dcterms:W3CDTF">2023-01-03T17:30:32Z</dcterms:created>
  <dcterms:modified xsi:type="dcterms:W3CDTF">2023-05-05T15:18:42Z</dcterms:modified>
  <cp:category/>
</cp:coreProperties>
</file>